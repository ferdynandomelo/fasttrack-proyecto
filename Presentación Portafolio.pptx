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5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F46DD-1925-4168-88F3-9D51B5B520B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FAE18E-CF0A-46F5-976F-EACE827A474C}">
      <dgm:prSet/>
      <dgm:spPr/>
      <dgm:t>
        <a:bodyPr/>
        <a:lstStyle/>
        <a:p>
          <a:r>
            <a:rPr lang="es-ES"/>
            <a:t>• Concepto: Solución multiplataforma híbrida (Web y Móvil) para compras gastronómicas directas.</a:t>
          </a:r>
          <a:endParaRPr lang="en-US"/>
        </a:p>
      </dgm:t>
    </dgm:pt>
    <dgm:pt modelId="{115E7360-C6EA-4766-ACD1-295DD0CDC778}" type="parTrans" cxnId="{EAA45F65-8C1A-449B-89A6-67739A0C1B97}">
      <dgm:prSet/>
      <dgm:spPr/>
      <dgm:t>
        <a:bodyPr/>
        <a:lstStyle/>
        <a:p>
          <a:endParaRPr lang="en-US"/>
        </a:p>
      </dgm:t>
    </dgm:pt>
    <dgm:pt modelId="{E79955C1-E80A-48D2-949A-C5CA4180C2FB}" type="sibTrans" cxnId="{EAA45F65-8C1A-449B-89A6-67739A0C1B97}">
      <dgm:prSet/>
      <dgm:spPr/>
      <dgm:t>
        <a:bodyPr/>
        <a:lstStyle/>
        <a:p>
          <a:endParaRPr lang="en-US"/>
        </a:p>
      </dgm:t>
    </dgm:pt>
    <dgm:pt modelId="{4C9F209F-CD30-4410-BE3B-6E22AE0C13AF}">
      <dgm:prSet/>
      <dgm:spPr/>
      <dgm:t>
        <a:bodyPr/>
        <a:lstStyle/>
        <a:p>
          <a:r>
            <a:rPr lang="es-ES"/>
            <a:t>• Pilar 1 (Live Status): Mapa interactivo donde solo figuran locales que atienden al minuto exacto.</a:t>
          </a:r>
          <a:endParaRPr lang="en-US"/>
        </a:p>
      </dgm:t>
    </dgm:pt>
    <dgm:pt modelId="{0106EE52-FD74-4751-B48F-9CE9C73D5F35}" type="parTrans" cxnId="{E85A333A-1BE2-46C0-9099-BA14050CDA65}">
      <dgm:prSet/>
      <dgm:spPr/>
      <dgm:t>
        <a:bodyPr/>
        <a:lstStyle/>
        <a:p>
          <a:endParaRPr lang="en-US"/>
        </a:p>
      </dgm:t>
    </dgm:pt>
    <dgm:pt modelId="{9F64BB0E-9EB3-41B8-9C43-C707155B4F29}" type="sibTrans" cxnId="{E85A333A-1BE2-46C0-9099-BA14050CDA65}">
      <dgm:prSet/>
      <dgm:spPr/>
      <dgm:t>
        <a:bodyPr/>
        <a:lstStyle/>
        <a:p>
          <a:endParaRPr lang="en-US"/>
        </a:p>
      </dgm:t>
    </dgm:pt>
    <dgm:pt modelId="{26E42557-A090-4F89-B900-8F20E0BF99FE}">
      <dgm:prSet/>
      <dgm:spPr/>
      <dgm:t>
        <a:bodyPr/>
        <a:lstStyle/>
        <a:p>
          <a:r>
            <a:rPr lang="es-ES"/>
            <a:t>• Pilar 2 (Cartas Dinámicas): Consulta inmediata de productos, precios en CLP y stock disponible.</a:t>
          </a:r>
          <a:endParaRPr lang="en-US"/>
        </a:p>
      </dgm:t>
    </dgm:pt>
    <dgm:pt modelId="{B5CCBDF7-1039-494B-8ED5-992DCF72E00D}" type="parTrans" cxnId="{2EB3388A-5BB6-4A7E-A3A8-B7E10B016155}">
      <dgm:prSet/>
      <dgm:spPr/>
      <dgm:t>
        <a:bodyPr/>
        <a:lstStyle/>
        <a:p>
          <a:endParaRPr lang="en-US"/>
        </a:p>
      </dgm:t>
    </dgm:pt>
    <dgm:pt modelId="{B152AB6B-C7C1-4CD3-84D0-DA80023C7D60}" type="sibTrans" cxnId="{2EB3388A-5BB6-4A7E-A3A8-B7E10B016155}">
      <dgm:prSet/>
      <dgm:spPr/>
      <dgm:t>
        <a:bodyPr/>
        <a:lstStyle/>
        <a:p>
          <a:endParaRPr lang="en-US"/>
        </a:p>
      </dgm:t>
    </dgm:pt>
    <dgm:pt modelId="{31579400-AF85-4426-B899-74A90D3511DA}">
      <dgm:prSet/>
      <dgm:spPr/>
      <dgm:t>
        <a:bodyPr/>
        <a:lstStyle/>
        <a:p>
          <a:r>
            <a:rPr lang="es-ES" dirty="0"/>
            <a:t>• Pilar 3 (Gamificación): Reseñas que bonifican 50 puntos acumulables para canje de cupones en caja.</a:t>
          </a:r>
          <a:endParaRPr lang="en-US" dirty="0"/>
        </a:p>
      </dgm:t>
    </dgm:pt>
    <dgm:pt modelId="{712762BE-2C30-48D5-991D-90AC48E6D54A}" type="parTrans" cxnId="{22F764AF-58BC-4A07-A1B4-9AEAE45E2B0C}">
      <dgm:prSet/>
      <dgm:spPr/>
      <dgm:t>
        <a:bodyPr/>
        <a:lstStyle/>
        <a:p>
          <a:endParaRPr lang="en-US"/>
        </a:p>
      </dgm:t>
    </dgm:pt>
    <dgm:pt modelId="{C19BC3A1-BB04-4163-97CE-8B3B1768BA3E}" type="sibTrans" cxnId="{22F764AF-58BC-4A07-A1B4-9AEAE45E2B0C}">
      <dgm:prSet/>
      <dgm:spPr/>
      <dgm:t>
        <a:bodyPr/>
        <a:lstStyle/>
        <a:p>
          <a:endParaRPr lang="en-US"/>
        </a:p>
      </dgm:t>
    </dgm:pt>
    <dgm:pt modelId="{392CC26B-BFB7-4D8D-9335-2C2F09BBEE1D}" type="pres">
      <dgm:prSet presAssocID="{BE4F46DD-1925-4168-88F3-9D51B5B520B2}" presName="root" presStyleCnt="0">
        <dgm:presLayoutVars>
          <dgm:dir/>
          <dgm:resizeHandles val="exact"/>
        </dgm:presLayoutVars>
      </dgm:prSet>
      <dgm:spPr/>
    </dgm:pt>
    <dgm:pt modelId="{0C36F14B-5F5B-4C22-A833-5AC8ABC6409C}" type="pres">
      <dgm:prSet presAssocID="{2BFAE18E-CF0A-46F5-976F-EACE827A474C}" presName="compNode" presStyleCnt="0"/>
      <dgm:spPr/>
    </dgm:pt>
    <dgm:pt modelId="{90B996D2-292C-4354-8801-164B17388E6A}" type="pres">
      <dgm:prSet presAssocID="{2BFAE18E-CF0A-46F5-976F-EACE827A474C}" presName="bgRect" presStyleLbl="bgShp" presStyleIdx="0" presStyleCnt="4"/>
      <dgm:spPr/>
    </dgm:pt>
    <dgm:pt modelId="{1630DC46-3B22-49B1-932E-3B2B4F20EBCD}" type="pres">
      <dgm:prSet presAssocID="{2BFAE18E-CF0A-46F5-976F-EACE827A474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CF797517-661D-4020-AE95-079B65D42FD8}" type="pres">
      <dgm:prSet presAssocID="{2BFAE18E-CF0A-46F5-976F-EACE827A474C}" presName="spaceRect" presStyleCnt="0"/>
      <dgm:spPr/>
    </dgm:pt>
    <dgm:pt modelId="{D6F79909-B1C9-4B51-A789-6B2FAA80B3DF}" type="pres">
      <dgm:prSet presAssocID="{2BFAE18E-CF0A-46F5-976F-EACE827A474C}" presName="parTx" presStyleLbl="revTx" presStyleIdx="0" presStyleCnt="4">
        <dgm:presLayoutVars>
          <dgm:chMax val="0"/>
          <dgm:chPref val="0"/>
        </dgm:presLayoutVars>
      </dgm:prSet>
      <dgm:spPr/>
    </dgm:pt>
    <dgm:pt modelId="{D4A978D1-C680-42AB-8405-C38F756D62AF}" type="pres">
      <dgm:prSet presAssocID="{E79955C1-E80A-48D2-949A-C5CA4180C2FB}" presName="sibTrans" presStyleCnt="0"/>
      <dgm:spPr/>
    </dgm:pt>
    <dgm:pt modelId="{93789DDD-18AC-4953-A07E-5B7C9F2971BA}" type="pres">
      <dgm:prSet presAssocID="{4C9F209F-CD30-4410-BE3B-6E22AE0C13AF}" presName="compNode" presStyleCnt="0"/>
      <dgm:spPr/>
    </dgm:pt>
    <dgm:pt modelId="{EF8D2BA7-6A7E-4322-AB63-BAE50BB704AA}" type="pres">
      <dgm:prSet presAssocID="{4C9F209F-CD30-4410-BE3B-6E22AE0C13AF}" presName="bgRect" presStyleLbl="bgShp" presStyleIdx="1" presStyleCnt="4"/>
      <dgm:spPr/>
    </dgm:pt>
    <dgm:pt modelId="{82EC4CA9-1F13-435C-B9ED-FAB9CB8126DD}" type="pres">
      <dgm:prSet presAssocID="{4C9F209F-CD30-4410-BE3B-6E22AE0C13A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1F1F1318-E893-409B-A7A3-3FE8E407F382}" type="pres">
      <dgm:prSet presAssocID="{4C9F209F-CD30-4410-BE3B-6E22AE0C13AF}" presName="spaceRect" presStyleCnt="0"/>
      <dgm:spPr/>
    </dgm:pt>
    <dgm:pt modelId="{812CE268-15A0-46D9-A7F8-E1B442A9D1FB}" type="pres">
      <dgm:prSet presAssocID="{4C9F209F-CD30-4410-BE3B-6E22AE0C13AF}" presName="parTx" presStyleLbl="revTx" presStyleIdx="1" presStyleCnt="4">
        <dgm:presLayoutVars>
          <dgm:chMax val="0"/>
          <dgm:chPref val="0"/>
        </dgm:presLayoutVars>
      </dgm:prSet>
      <dgm:spPr/>
    </dgm:pt>
    <dgm:pt modelId="{4D176E26-4886-438F-AC0D-5AED44C17C8F}" type="pres">
      <dgm:prSet presAssocID="{9F64BB0E-9EB3-41B8-9C43-C707155B4F29}" presName="sibTrans" presStyleCnt="0"/>
      <dgm:spPr/>
    </dgm:pt>
    <dgm:pt modelId="{F4D19C73-BE0A-4FF1-B15E-B36C03D8BA94}" type="pres">
      <dgm:prSet presAssocID="{26E42557-A090-4F89-B900-8F20E0BF99FE}" presName="compNode" presStyleCnt="0"/>
      <dgm:spPr/>
    </dgm:pt>
    <dgm:pt modelId="{EFB3BD32-C96C-4919-A9B5-8A8D26CF0E12}" type="pres">
      <dgm:prSet presAssocID="{26E42557-A090-4F89-B900-8F20E0BF99FE}" presName="bgRect" presStyleLbl="bgShp" presStyleIdx="2" presStyleCnt="4"/>
      <dgm:spPr/>
    </dgm:pt>
    <dgm:pt modelId="{36FE44C5-5310-4DE8-84E1-E1988F39878E}" type="pres">
      <dgm:prSet presAssocID="{26E42557-A090-4F89-B900-8F20E0BF99F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vestigación"/>
        </a:ext>
      </dgm:extLst>
    </dgm:pt>
    <dgm:pt modelId="{F772D682-FB37-4045-B08D-6949FB7E8296}" type="pres">
      <dgm:prSet presAssocID="{26E42557-A090-4F89-B900-8F20E0BF99FE}" presName="spaceRect" presStyleCnt="0"/>
      <dgm:spPr/>
    </dgm:pt>
    <dgm:pt modelId="{A72FA217-540F-4CDF-87C4-A8F77472ABD5}" type="pres">
      <dgm:prSet presAssocID="{26E42557-A090-4F89-B900-8F20E0BF99FE}" presName="parTx" presStyleLbl="revTx" presStyleIdx="2" presStyleCnt="4">
        <dgm:presLayoutVars>
          <dgm:chMax val="0"/>
          <dgm:chPref val="0"/>
        </dgm:presLayoutVars>
      </dgm:prSet>
      <dgm:spPr/>
    </dgm:pt>
    <dgm:pt modelId="{F6447D7A-BFAD-4F8D-8403-05EEDAD58C91}" type="pres">
      <dgm:prSet presAssocID="{B152AB6B-C7C1-4CD3-84D0-DA80023C7D60}" presName="sibTrans" presStyleCnt="0"/>
      <dgm:spPr/>
    </dgm:pt>
    <dgm:pt modelId="{7FFE44CB-58F2-4D0F-A6D8-B3C1A00BBA9A}" type="pres">
      <dgm:prSet presAssocID="{31579400-AF85-4426-B899-74A90D3511DA}" presName="compNode" presStyleCnt="0"/>
      <dgm:spPr/>
    </dgm:pt>
    <dgm:pt modelId="{168DF089-70BF-4821-8918-631C374FD7D7}" type="pres">
      <dgm:prSet presAssocID="{31579400-AF85-4426-B899-74A90D3511DA}" presName="bgRect" presStyleLbl="bgShp" presStyleIdx="3" presStyleCnt="4"/>
      <dgm:spPr/>
    </dgm:pt>
    <dgm:pt modelId="{E7B5D690-9161-46C6-A15E-BB3592C3FB33}" type="pres">
      <dgm:prSet presAssocID="{31579400-AF85-4426-B899-74A90D3511DA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sto de doble toque con relleno sólido"/>
        </a:ext>
      </dgm:extLst>
    </dgm:pt>
    <dgm:pt modelId="{C323D327-DC23-471C-92B9-E831F09AEFC4}" type="pres">
      <dgm:prSet presAssocID="{31579400-AF85-4426-B899-74A90D3511DA}" presName="spaceRect" presStyleCnt="0"/>
      <dgm:spPr/>
    </dgm:pt>
    <dgm:pt modelId="{EDFA88B4-BACD-412F-8DF3-3F1E64705914}" type="pres">
      <dgm:prSet presAssocID="{31579400-AF85-4426-B899-74A90D3511D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85A333A-1BE2-46C0-9099-BA14050CDA65}" srcId="{BE4F46DD-1925-4168-88F3-9D51B5B520B2}" destId="{4C9F209F-CD30-4410-BE3B-6E22AE0C13AF}" srcOrd="1" destOrd="0" parTransId="{0106EE52-FD74-4751-B48F-9CE9C73D5F35}" sibTransId="{9F64BB0E-9EB3-41B8-9C43-C707155B4F29}"/>
    <dgm:cxn modelId="{EAA45F65-8C1A-449B-89A6-67739A0C1B97}" srcId="{BE4F46DD-1925-4168-88F3-9D51B5B520B2}" destId="{2BFAE18E-CF0A-46F5-976F-EACE827A474C}" srcOrd="0" destOrd="0" parTransId="{115E7360-C6EA-4766-ACD1-295DD0CDC778}" sibTransId="{E79955C1-E80A-48D2-949A-C5CA4180C2FB}"/>
    <dgm:cxn modelId="{87CC304C-43F9-4656-962F-70039E704462}" type="presOf" srcId="{26E42557-A090-4F89-B900-8F20E0BF99FE}" destId="{A72FA217-540F-4CDF-87C4-A8F77472ABD5}" srcOrd="0" destOrd="0" presId="urn:microsoft.com/office/officeart/2018/2/layout/IconVerticalSolidList"/>
    <dgm:cxn modelId="{0B4B3584-C35F-4E7A-BC9A-14C0718EBEB9}" type="presOf" srcId="{2BFAE18E-CF0A-46F5-976F-EACE827A474C}" destId="{D6F79909-B1C9-4B51-A789-6B2FAA80B3DF}" srcOrd="0" destOrd="0" presId="urn:microsoft.com/office/officeart/2018/2/layout/IconVerticalSolidList"/>
    <dgm:cxn modelId="{2EB3388A-5BB6-4A7E-A3A8-B7E10B016155}" srcId="{BE4F46DD-1925-4168-88F3-9D51B5B520B2}" destId="{26E42557-A090-4F89-B900-8F20E0BF99FE}" srcOrd="2" destOrd="0" parTransId="{B5CCBDF7-1039-494B-8ED5-992DCF72E00D}" sibTransId="{B152AB6B-C7C1-4CD3-84D0-DA80023C7D60}"/>
    <dgm:cxn modelId="{8F2387A8-27F5-455F-BE88-7699E77C94A4}" type="presOf" srcId="{BE4F46DD-1925-4168-88F3-9D51B5B520B2}" destId="{392CC26B-BFB7-4D8D-9335-2C2F09BBEE1D}" srcOrd="0" destOrd="0" presId="urn:microsoft.com/office/officeart/2018/2/layout/IconVerticalSolidList"/>
    <dgm:cxn modelId="{22F764AF-58BC-4A07-A1B4-9AEAE45E2B0C}" srcId="{BE4F46DD-1925-4168-88F3-9D51B5B520B2}" destId="{31579400-AF85-4426-B899-74A90D3511DA}" srcOrd="3" destOrd="0" parTransId="{712762BE-2C30-48D5-991D-90AC48E6D54A}" sibTransId="{C19BC3A1-BB04-4163-97CE-8B3B1768BA3E}"/>
    <dgm:cxn modelId="{36569BE7-803F-45D8-8979-FCA1F2D581EB}" type="presOf" srcId="{4C9F209F-CD30-4410-BE3B-6E22AE0C13AF}" destId="{812CE268-15A0-46D9-A7F8-E1B442A9D1FB}" srcOrd="0" destOrd="0" presId="urn:microsoft.com/office/officeart/2018/2/layout/IconVerticalSolidList"/>
    <dgm:cxn modelId="{BCB2E5FC-20C1-4AB7-AF3E-5B9BD0990136}" type="presOf" srcId="{31579400-AF85-4426-B899-74A90D3511DA}" destId="{EDFA88B4-BACD-412F-8DF3-3F1E64705914}" srcOrd="0" destOrd="0" presId="urn:microsoft.com/office/officeart/2018/2/layout/IconVerticalSolidList"/>
    <dgm:cxn modelId="{17516451-9B91-4CAE-AF9B-07DDA340E5AA}" type="presParOf" srcId="{392CC26B-BFB7-4D8D-9335-2C2F09BBEE1D}" destId="{0C36F14B-5F5B-4C22-A833-5AC8ABC6409C}" srcOrd="0" destOrd="0" presId="urn:microsoft.com/office/officeart/2018/2/layout/IconVerticalSolidList"/>
    <dgm:cxn modelId="{2031CA13-3832-4A5A-BD12-DF3022BB0FDD}" type="presParOf" srcId="{0C36F14B-5F5B-4C22-A833-5AC8ABC6409C}" destId="{90B996D2-292C-4354-8801-164B17388E6A}" srcOrd="0" destOrd="0" presId="urn:microsoft.com/office/officeart/2018/2/layout/IconVerticalSolidList"/>
    <dgm:cxn modelId="{2CDE67A1-4A22-4014-B6A3-DA59F808820F}" type="presParOf" srcId="{0C36F14B-5F5B-4C22-A833-5AC8ABC6409C}" destId="{1630DC46-3B22-49B1-932E-3B2B4F20EBCD}" srcOrd="1" destOrd="0" presId="urn:microsoft.com/office/officeart/2018/2/layout/IconVerticalSolidList"/>
    <dgm:cxn modelId="{614202FF-BB78-4B2C-8D35-80A507D9187F}" type="presParOf" srcId="{0C36F14B-5F5B-4C22-A833-5AC8ABC6409C}" destId="{CF797517-661D-4020-AE95-079B65D42FD8}" srcOrd="2" destOrd="0" presId="urn:microsoft.com/office/officeart/2018/2/layout/IconVerticalSolidList"/>
    <dgm:cxn modelId="{4EE2530F-D384-4E44-BFFC-EF58AF3D036D}" type="presParOf" srcId="{0C36F14B-5F5B-4C22-A833-5AC8ABC6409C}" destId="{D6F79909-B1C9-4B51-A789-6B2FAA80B3DF}" srcOrd="3" destOrd="0" presId="urn:microsoft.com/office/officeart/2018/2/layout/IconVerticalSolidList"/>
    <dgm:cxn modelId="{5A941F0E-3819-44E8-8595-25F7824E7820}" type="presParOf" srcId="{392CC26B-BFB7-4D8D-9335-2C2F09BBEE1D}" destId="{D4A978D1-C680-42AB-8405-C38F756D62AF}" srcOrd="1" destOrd="0" presId="urn:microsoft.com/office/officeart/2018/2/layout/IconVerticalSolidList"/>
    <dgm:cxn modelId="{7E3AB9C7-0D0B-4AB7-A043-4A01DE5C8846}" type="presParOf" srcId="{392CC26B-BFB7-4D8D-9335-2C2F09BBEE1D}" destId="{93789DDD-18AC-4953-A07E-5B7C9F2971BA}" srcOrd="2" destOrd="0" presId="urn:microsoft.com/office/officeart/2018/2/layout/IconVerticalSolidList"/>
    <dgm:cxn modelId="{9B7CA74E-2143-4282-9605-2892A3457710}" type="presParOf" srcId="{93789DDD-18AC-4953-A07E-5B7C9F2971BA}" destId="{EF8D2BA7-6A7E-4322-AB63-BAE50BB704AA}" srcOrd="0" destOrd="0" presId="urn:microsoft.com/office/officeart/2018/2/layout/IconVerticalSolidList"/>
    <dgm:cxn modelId="{F23F0297-D4CF-4346-BFB7-CB8DD93CA0C7}" type="presParOf" srcId="{93789DDD-18AC-4953-A07E-5B7C9F2971BA}" destId="{82EC4CA9-1F13-435C-B9ED-FAB9CB8126DD}" srcOrd="1" destOrd="0" presId="urn:microsoft.com/office/officeart/2018/2/layout/IconVerticalSolidList"/>
    <dgm:cxn modelId="{1046FF4F-E5FC-47A0-8EAB-058398C6F065}" type="presParOf" srcId="{93789DDD-18AC-4953-A07E-5B7C9F2971BA}" destId="{1F1F1318-E893-409B-A7A3-3FE8E407F382}" srcOrd="2" destOrd="0" presId="urn:microsoft.com/office/officeart/2018/2/layout/IconVerticalSolidList"/>
    <dgm:cxn modelId="{D23EA4E2-C1AF-4D98-8E95-F2EB07486211}" type="presParOf" srcId="{93789DDD-18AC-4953-A07E-5B7C9F2971BA}" destId="{812CE268-15A0-46D9-A7F8-E1B442A9D1FB}" srcOrd="3" destOrd="0" presId="urn:microsoft.com/office/officeart/2018/2/layout/IconVerticalSolidList"/>
    <dgm:cxn modelId="{82470205-3554-42A3-8482-36BB86D810F9}" type="presParOf" srcId="{392CC26B-BFB7-4D8D-9335-2C2F09BBEE1D}" destId="{4D176E26-4886-438F-AC0D-5AED44C17C8F}" srcOrd="3" destOrd="0" presId="urn:microsoft.com/office/officeart/2018/2/layout/IconVerticalSolidList"/>
    <dgm:cxn modelId="{8EFC03CB-FE75-4473-ADBB-769F1B89A558}" type="presParOf" srcId="{392CC26B-BFB7-4D8D-9335-2C2F09BBEE1D}" destId="{F4D19C73-BE0A-4FF1-B15E-B36C03D8BA94}" srcOrd="4" destOrd="0" presId="urn:microsoft.com/office/officeart/2018/2/layout/IconVerticalSolidList"/>
    <dgm:cxn modelId="{4D2C32B8-5797-42B7-8B90-FAB0B2A5E340}" type="presParOf" srcId="{F4D19C73-BE0A-4FF1-B15E-B36C03D8BA94}" destId="{EFB3BD32-C96C-4919-A9B5-8A8D26CF0E12}" srcOrd="0" destOrd="0" presId="urn:microsoft.com/office/officeart/2018/2/layout/IconVerticalSolidList"/>
    <dgm:cxn modelId="{8885A8A5-3CE6-4D31-A611-05E042F6DE63}" type="presParOf" srcId="{F4D19C73-BE0A-4FF1-B15E-B36C03D8BA94}" destId="{36FE44C5-5310-4DE8-84E1-E1988F39878E}" srcOrd="1" destOrd="0" presId="urn:microsoft.com/office/officeart/2018/2/layout/IconVerticalSolidList"/>
    <dgm:cxn modelId="{8648A199-167B-4A62-87DA-946681D44C27}" type="presParOf" srcId="{F4D19C73-BE0A-4FF1-B15E-B36C03D8BA94}" destId="{F772D682-FB37-4045-B08D-6949FB7E8296}" srcOrd="2" destOrd="0" presId="urn:microsoft.com/office/officeart/2018/2/layout/IconVerticalSolidList"/>
    <dgm:cxn modelId="{4194C98F-56EF-4777-B323-74C406D473C9}" type="presParOf" srcId="{F4D19C73-BE0A-4FF1-B15E-B36C03D8BA94}" destId="{A72FA217-540F-4CDF-87C4-A8F77472ABD5}" srcOrd="3" destOrd="0" presId="urn:microsoft.com/office/officeart/2018/2/layout/IconVerticalSolidList"/>
    <dgm:cxn modelId="{819D4A52-D817-41AC-95F6-66670B671826}" type="presParOf" srcId="{392CC26B-BFB7-4D8D-9335-2C2F09BBEE1D}" destId="{F6447D7A-BFAD-4F8D-8403-05EEDAD58C91}" srcOrd="5" destOrd="0" presId="urn:microsoft.com/office/officeart/2018/2/layout/IconVerticalSolidList"/>
    <dgm:cxn modelId="{A6AD0BC0-DA00-4BC7-BCB9-717A7B4C703D}" type="presParOf" srcId="{392CC26B-BFB7-4D8D-9335-2C2F09BBEE1D}" destId="{7FFE44CB-58F2-4D0F-A6D8-B3C1A00BBA9A}" srcOrd="6" destOrd="0" presId="urn:microsoft.com/office/officeart/2018/2/layout/IconVerticalSolidList"/>
    <dgm:cxn modelId="{76BFFCC3-0E4D-4363-86A3-5858A06701AB}" type="presParOf" srcId="{7FFE44CB-58F2-4D0F-A6D8-B3C1A00BBA9A}" destId="{168DF089-70BF-4821-8918-631C374FD7D7}" srcOrd="0" destOrd="0" presId="urn:microsoft.com/office/officeart/2018/2/layout/IconVerticalSolidList"/>
    <dgm:cxn modelId="{C3CD23E6-5ADD-4F8E-81A8-FC1D63D57C6C}" type="presParOf" srcId="{7FFE44CB-58F2-4D0F-A6D8-B3C1A00BBA9A}" destId="{E7B5D690-9161-46C6-A15E-BB3592C3FB33}" srcOrd="1" destOrd="0" presId="urn:microsoft.com/office/officeart/2018/2/layout/IconVerticalSolidList"/>
    <dgm:cxn modelId="{982DFCF4-820A-4039-9BDD-EDC289962245}" type="presParOf" srcId="{7FFE44CB-58F2-4D0F-A6D8-B3C1A00BBA9A}" destId="{C323D327-DC23-471C-92B9-E831F09AEFC4}" srcOrd="2" destOrd="0" presId="urn:microsoft.com/office/officeart/2018/2/layout/IconVerticalSolidList"/>
    <dgm:cxn modelId="{D2F6587D-EE80-466F-B96A-9CC3D145679E}" type="presParOf" srcId="{7FFE44CB-58F2-4D0F-A6D8-B3C1A00BBA9A}" destId="{EDFA88B4-BACD-412F-8DF3-3F1E647059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BD2778-8052-4FC0-93EF-059983813C87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7B94462-EDBE-4E61-9840-9DBD52F0BD44}">
      <dgm:prSet/>
      <dgm:spPr/>
      <dgm:t>
        <a:bodyPr/>
        <a:lstStyle/>
        <a:p>
          <a:r>
            <a:rPr lang="es-ES"/>
            <a:t>• Factibilidad Temporal: 9 semanas lectivas (90 horas formales) en 2 Sprints ágiles de 10 días hábiles.</a:t>
          </a:r>
          <a:endParaRPr lang="en-US"/>
        </a:p>
      </dgm:t>
    </dgm:pt>
    <dgm:pt modelId="{90B16917-C892-4C94-9A96-56DE38CC0AF1}" type="parTrans" cxnId="{090A04F1-75B7-4B4A-9679-026F84936FE1}">
      <dgm:prSet/>
      <dgm:spPr/>
      <dgm:t>
        <a:bodyPr/>
        <a:lstStyle/>
        <a:p>
          <a:endParaRPr lang="en-US"/>
        </a:p>
      </dgm:t>
    </dgm:pt>
    <dgm:pt modelId="{DD54B3C7-C9BF-48A7-982B-51DC9622176C}" type="sibTrans" cxnId="{090A04F1-75B7-4B4A-9679-026F84936FE1}">
      <dgm:prSet/>
      <dgm:spPr/>
      <dgm:t>
        <a:bodyPr/>
        <a:lstStyle/>
        <a:p>
          <a:endParaRPr lang="en-US"/>
        </a:p>
      </dgm:t>
    </dgm:pt>
    <dgm:pt modelId="{6B4E1DF2-7E90-45A4-84F2-3CA6C7664B0F}">
      <dgm:prSet/>
      <dgm:spPr/>
      <dgm:t>
        <a:bodyPr/>
        <a:lstStyle/>
        <a:p>
          <a:r>
            <a:rPr lang="es-ES"/>
            <a:t>• Recursos y Stack: Tecnologías estándar libres de licencia: Ionic, Angular, SQLite, Leaflet y GitHub.</a:t>
          </a:r>
          <a:endParaRPr lang="en-US"/>
        </a:p>
      </dgm:t>
    </dgm:pt>
    <dgm:pt modelId="{8993CAFE-E77A-4ADB-B835-767A9842BF9A}" type="parTrans" cxnId="{0E0F3150-759A-4D46-9428-0EC8049D12DC}">
      <dgm:prSet/>
      <dgm:spPr/>
      <dgm:t>
        <a:bodyPr/>
        <a:lstStyle/>
        <a:p>
          <a:endParaRPr lang="en-US"/>
        </a:p>
      </dgm:t>
    </dgm:pt>
    <dgm:pt modelId="{F4C17206-4C4B-4703-8A44-43ED34B597B7}" type="sibTrans" cxnId="{0E0F3150-759A-4D46-9428-0EC8049D12DC}">
      <dgm:prSet/>
      <dgm:spPr/>
      <dgm:t>
        <a:bodyPr/>
        <a:lstStyle/>
        <a:p>
          <a:endParaRPr lang="en-US"/>
        </a:p>
      </dgm:t>
    </dgm:pt>
    <dgm:pt modelId="{60DB9F8B-8735-4509-9613-C2D8036DD264}">
      <dgm:prSet/>
      <dgm:spPr/>
      <dgm:t>
        <a:bodyPr/>
        <a:lstStyle/>
        <a:p>
          <a:r>
            <a:rPr lang="es-ES"/>
            <a:t>• Facilitadores: Dominio de la malla académica y disponibilidad de emuladores para pruebas locales.</a:t>
          </a:r>
          <a:endParaRPr lang="en-US"/>
        </a:p>
      </dgm:t>
    </dgm:pt>
    <dgm:pt modelId="{CBC5731E-3DA4-4AF9-9034-5389EE717D6F}" type="parTrans" cxnId="{6B279EE2-FAC5-46BE-AF22-7D6F122F6F88}">
      <dgm:prSet/>
      <dgm:spPr/>
      <dgm:t>
        <a:bodyPr/>
        <a:lstStyle/>
        <a:p>
          <a:endParaRPr lang="en-US"/>
        </a:p>
      </dgm:t>
    </dgm:pt>
    <dgm:pt modelId="{1197D236-7F69-44ED-BF1B-3E47C8D1B9B5}" type="sibTrans" cxnId="{6B279EE2-FAC5-46BE-AF22-7D6F122F6F88}">
      <dgm:prSet/>
      <dgm:spPr/>
      <dgm:t>
        <a:bodyPr/>
        <a:lstStyle/>
        <a:p>
          <a:endParaRPr lang="en-US"/>
        </a:p>
      </dgm:t>
    </dgm:pt>
    <dgm:pt modelId="{D2A08994-B24A-4B91-A648-B2A40D1416F9}">
      <dgm:prSet/>
      <dgm:spPr/>
      <dgm:t>
        <a:bodyPr/>
        <a:lstStyle/>
        <a:p>
          <a:r>
            <a:rPr lang="es-ES"/>
            <a:t>• Obstaculizadores y Mitigación: Sobrecarga individual mitigada con MoSCoW; adaptadores de Storage web (IMP-01).</a:t>
          </a:r>
          <a:endParaRPr lang="en-US"/>
        </a:p>
      </dgm:t>
    </dgm:pt>
    <dgm:pt modelId="{CA3D90F7-201C-4AC3-B423-7309BBD39FA0}" type="parTrans" cxnId="{4C9BC63C-9AE6-4B58-97A6-B12DDDB8576D}">
      <dgm:prSet/>
      <dgm:spPr/>
      <dgm:t>
        <a:bodyPr/>
        <a:lstStyle/>
        <a:p>
          <a:endParaRPr lang="en-US"/>
        </a:p>
      </dgm:t>
    </dgm:pt>
    <dgm:pt modelId="{98BAA6F7-9712-49FD-A364-CCA91B95A38F}" type="sibTrans" cxnId="{4C9BC63C-9AE6-4B58-97A6-B12DDDB8576D}">
      <dgm:prSet/>
      <dgm:spPr/>
      <dgm:t>
        <a:bodyPr/>
        <a:lstStyle/>
        <a:p>
          <a:endParaRPr lang="en-US"/>
        </a:p>
      </dgm:t>
    </dgm:pt>
    <dgm:pt modelId="{E6AA079A-A718-42F6-B692-49BF44D004DB}" type="pres">
      <dgm:prSet presAssocID="{F0BD2778-8052-4FC0-93EF-059983813C87}" presName="diagram" presStyleCnt="0">
        <dgm:presLayoutVars>
          <dgm:dir/>
          <dgm:resizeHandles val="exact"/>
        </dgm:presLayoutVars>
      </dgm:prSet>
      <dgm:spPr/>
    </dgm:pt>
    <dgm:pt modelId="{B2C41DCE-B93E-43D8-A276-F9CC4774F582}" type="pres">
      <dgm:prSet presAssocID="{07B94462-EDBE-4E61-9840-9DBD52F0BD44}" presName="node" presStyleLbl="node1" presStyleIdx="0" presStyleCnt="4">
        <dgm:presLayoutVars>
          <dgm:bulletEnabled val="1"/>
        </dgm:presLayoutVars>
      </dgm:prSet>
      <dgm:spPr/>
    </dgm:pt>
    <dgm:pt modelId="{1350FA7C-0ED5-4936-B88D-562C591EED1E}" type="pres">
      <dgm:prSet presAssocID="{DD54B3C7-C9BF-48A7-982B-51DC9622176C}" presName="sibTrans" presStyleCnt="0"/>
      <dgm:spPr/>
    </dgm:pt>
    <dgm:pt modelId="{965E7FB9-3C6B-4777-BE08-D00C1143F2EF}" type="pres">
      <dgm:prSet presAssocID="{6B4E1DF2-7E90-45A4-84F2-3CA6C7664B0F}" presName="node" presStyleLbl="node1" presStyleIdx="1" presStyleCnt="4">
        <dgm:presLayoutVars>
          <dgm:bulletEnabled val="1"/>
        </dgm:presLayoutVars>
      </dgm:prSet>
      <dgm:spPr/>
    </dgm:pt>
    <dgm:pt modelId="{38F00CC7-8C12-4D61-B3E5-3C1887D140DB}" type="pres">
      <dgm:prSet presAssocID="{F4C17206-4C4B-4703-8A44-43ED34B597B7}" presName="sibTrans" presStyleCnt="0"/>
      <dgm:spPr/>
    </dgm:pt>
    <dgm:pt modelId="{A5D59CFB-3BAB-45DB-9806-2EB4BC41D738}" type="pres">
      <dgm:prSet presAssocID="{60DB9F8B-8735-4509-9613-C2D8036DD264}" presName="node" presStyleLbl="node1" presStyleIdx="2" presStyleCnt="4">
        <dgm:presLayoutVars>
          <dgm:bulletEnabled val="1"/>
        </dgm:presLayoutVars>
      </dgm:prSet>
      <dgm:spPr/>
    </dgm:pt>
    <dgm:pt modelId="{63320C2A-7EFE-4B4D-A886-9065CDCC2D53}" type="pres">
      <dgm:prSet presAssocID="{1197D236-7F69-44ED-BF1B-3E47C8D1B9B5}" presName="sibTrans" presStyleCnt="0"/>
      <dgm:spPr/>
    </dgm:pt>
    <dgm:pt modelId="{E1E13AC8-5E0F-4B20-8ACF-4D1E8904F46F}" type="pres">
      <dgm:prSet presAssocID="{D2A08994-B24A-4B91-A648-B2A40D1416F9}" presName="node" presStyleLbl="node1" presStyleIdx="3" presStyleCnt="4">
        <dgm:presLayoutVars>
          <dgm:bulletEnabled val="1"/>
        </dgm:presLayoutVars>
      </dgm:prSet>
      <dgm:spPr/>
    </dgm:pt>
  </dgm:ptLst>
  <dgm:cxnLst>
    <dgm:cxn modelId="{DD6DA537-4EE3-4D66-8291-FB6014798587}" type="presOf" srcId="{F0BD2778-8052-4FC0-93EF-059983813C87}" destId="{E6AA079A-A718-42F6-B692-49BF44D004DB}" srcOrd="0" destOrd="0" presId="urn:microsoft.com/office/officeart/2005/8/layout/default"/>
    <dgm:cxn modelId="{4C9BC63C-9AE6-4B58-97A6-B12DDDB8576D}" srcId="{F0BD2778-8052-4FC0-93EF-059983813C87}" destId="{D2A08994-B24A-4B91-A648-B2A40D1416F9}" srcOrd="3" destOrd="0" parTransId="{CA3D90F7-201C-4AC3-B423-7309BBD39FA0}" sibTransId="{98BAA6F7-9712-49FD-A364-CCA91B95A38F}"/>
    <dgm:cxn modelId="{0E0F3150-759A-4D46-9428-0EC8049D12DC}" srcId="{F0BD2778-8052-4FC0-93EF-059983813C87}" destId="{6B4E1DF2-7E90-45A4-84F2-3CA6C7664B0F}" srcOrd="1" destOrd="0" parTransId="{8993CAFE-E77A-4ADB-B835-767A9842BF9A}" sibTransId="{F4C17206-4C4B-4703-8A44-43ED34B597B7}"/>
    <dgm:cxn modelId="{A65DB39F-C393-4E2C-8F0B-08AAB6EC3DAE}" type="presOf" srcId="{60DB9F8B-8735-4509-9613-C2D8036DD264}" destId="{A5D59CFB-3BAB-45DB-9806-2EB4BC41D738}" srcOrd="0" destOrd="0" presId="urn:microsoft.com/office/officeart/2005/8/layout/default"/>
    <dgm:cxn modelId="{DC7696A3-EAC6-4867-92BF-4CDD3ACBFFE6}" type="presOf" srcId="{07B94462-EDBE-4E61-9840-9DBD52F0BD44}" destId="{B2C41DCE-B93E-43D8-A276-F9CC4774F582}" srcOrd="0" destOrd="0" presId="urn:microsoft.com/office/officeart/2005/8/layout/default"/>
    <dgm:cxn modelId="{08028BC1-2220-409A-92A3-FF207052F39E}" type="presOf" srcId="{6B4E1DF2-7E90-45A4-84F2-3CA6C7664B0F}" destId="{965E7FB9-3C6B-4777-BE08-D00C1143F2EF}" srcOrd="0" destOrd="0" presId="urn:microsoft.com/office/officeart/2005/8/layout/default"/>
    <dgm:cxn modelId="{6B279EE2-FAC5-46BE-AF22-7D6F122F6F88}" srcId="{F0BD2778-8052-4FC0-93EF-059983813C87}" destId="{60DB9F8B-8735-4509-9613-C2D8036DD264}" srcOrd="2" destOrd="0" parTransId="{CBC5731E-3DA4-4AF9-9034-5389EE717D6F}" sibTransId="{1197D236-7F69-44ED-BF1B-3E47C8D1B9B5}"/>
    <dgm:cxn modelId="{090A04F1-75B7-4B4A-9679-026F84936FE1}" srcId="{F0BD2778-8052-4FC0-93EF-059983813C87}" destId="{07B94462-EDBE-4E61-9840-9DBD52F0BD44}" srcOrd="0" destOrd="0" parTransId="{90B16917-C892-4C94-9A96-56DE38CC0AF1}" sibTransId="{DD54B3C7-C9BF-48A7-982B-51DC9622176C}"/>
    <dgm:cxn modelId="{93BB1AFB-9EFD-4C1F-B3FF-EA26D8EF28AB}" type="presOf" srcId="{D2A08994-B24A-4B91-A648-B2A40D1416F9}" destId="{E1E13AC8-5E0F-4B20-8ACF-4D1E8904F46F}" srcOrd="0" destOrd="0" presId="urn:microsoft.com/office/officeart/2005/8/layout/default"/>
    <dgm:cxn modelId="{6327B019-205C-46B1-B894-0F45838C6D8C}" type="presParOf" srcId="{E6AA079A-A718-42F6-B692-49BF44D004DB}" destId="{B2C41DCE-B93E-43D8-A276-F9CC4774F582}" srcOrd="0" destOrd="0" presId="urn:microsoft.com/office/officeart/2005/8/layout/default"/>
    <dgm:cxn modelId="{546B3E97-219C-4F3F-A416-10CDE631861D}" type="presParOf" srcId="{E6AA079A-A718-42F6-B692-49BF44D004DB}" destId="{1350FA7C-0ED5-4936-B88D-562C591EED1E}" srcOrd="1" destOrd="0" presId="urn:microsoft.com/office/officeart/2005/8/layout/default"/>
    <dgm:cxn modelId="{E9398A9C-9AFE-4B91-B90C-F7D7C283215B}" type="presParOf" srcId="{E6AA079A-A718-42F6-B692-49BF44D004DB}" destId="{965E7FB9-3C6B-4777-BE08-D00C1143F2EF}" srcOrd="2" destOrd="0" presId="urn:microsoft.com/office/officeart/2005/8/layout/default"/>
    <dgm:cxn modelId="{2099B772-FCB8-489F-9914-B3AFB0CCB464}" type="presParOf" srcId="{E6AA079A-A718-42F6-B692-49BF44D004DB}" destId="{38F00CC7-8C12-4D61-B3E5-3C1887D140DB}" srcOrd="3" destOrd="0" presId="urn:microsoft.com/office/officeart/2005/8/layout/default"/>
    <dgm:cxn modelId="{FAD66A14-68D0-4120-A279-19112B6388D9}" type="presParOf" srcId="{E6AA079A-A718-42F6-B692-49BF44D004DB}" destId="{A5D59CFB-3BAB-45DB-9806-2EB4BC41D738}" srcOrd="4" destOrd="0" presId="urn:microsoft.com/office/officeart/2005/8/layout/default"/>
    <dgm:cxn modelId="{AD5429C6-72AA-4CF2-A1EE-BEFEDADA2DB4}" type="presParOf" srcId="{E6AA079A-A718-42F6-B692-49BF44D004DB}" destId="{63320C2A-7EFE-4B4D-A886-9065CDCC2D53}" srcOrd="5" destOrd="0" presId="urn:microsoft.com/office/officeart/2005/8/layout/default"/>
    <dgm:cxn modelId="{E37C12F8-8775-4F85-9804-D7157AA02365}" type="presParOf" srcId="{E6AA079A-A718-42F6-B692-49BF44D004DB}" destId="{E1E13AC8-5E0F-4B20-8ACF-4D1E8904F46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232927-08D9-4A70-9FC7-502EA3CA6C40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2FE9169-0639-45EB-A5A8-F7F45AA9FC0D}">
      <dgm:prSet/>
      <dgm:spPr/>
      <dgm:t>
        <a:bodyPr/>
        <a:lstStyle/>
        <a:p>
          <a:r>
            <a:rPr lang="es-CL"/>
            <a:t>• Marco Scrum Adaptado: Ciclo de vida en 3 fases: Planificación (S1-S3), Sprints (S4-S8) y Cierre (S9).</a:t>
          </a:r>
          <a:endParaRPr lang="en-US"/>
        </a:p>
      </dgm:t>
    </dgm:pt>
    <dgm:pt modelId="{20E3E839-BF14-42BB-9C5A-419BD2C66921}" type="parTrans" cxnId="{1EB4A156-B59E-46B2-8272-93BB6AE3A728}">
      <dgm:prSet/>
      <dgm:spPr/>
      <dgm:t>
        <a:bodyPr/>
        <a:lstStyle/>
        <a:p>
          <a:endParaRPr lang="en-US"/>
        </a:p>
      </dgm:t>
    </dgm:pt>
    <dgm:pt modelId="{93C0E290-BFF2-48A2-BC92-5A5EA29E3BB8}" type="sibTrans" cxnId="{1EB4A156-B59E-46B2-8272-93BB6AE3A728}">
      <dgm:prSet/>
      <dgm:spPr/>
      <dgm:t>
        <a:bodyPr/>
        <a:lstStyle/>
        <a:p>
          <a:endParaRPr lang="en-US"/>
        </a:p>
      </dgm:t>
    </dgm:pt>
    <dgm:pt modelId="{2A2717A4-7B9E-4097-B99A-27D8B47704D9}">
      <dgm:prSet/>
      <dgm:spPr/>
      <dgm:t>
        <a:bodyPr/>
        <a:lstStyle/>
        <a:p>
          <a:r>
            <a:rPr lang="es-CL"/>
            <a:t>• Ceremonias Ejecutadas: Sprint Planning, Daily Meetings, Sprint Reviews con demos y Retrospectives.</a:t>
          </a:r>
          <a:endParaRPr lang="en-US"/>
        </a:p>
      </dgm:t>
    </dgm:pt>
    <dgm:pt modelId="{31698E73-5FE1-4992-9AF9-FA4919ABB2BC}" type="parTrans" cxnId="{47477F82-27A0-4182-8574-4B2A7365A911}">
      <dgm:prSet/>
      <dgm:spPr/>
      <dgm:t>
        <a:bodyPr/>
        <a:lstStyle/>
        <a:p>
          <a:endParaRPr lang="en-US"/>
        </a:p>
      </dgm:t>
    </dgm:pt>
    <dgm:pt modelId="{D2D22F07-BACB-435D-B40E-FD0AB63CAA42}" type="sibTrans" cxnId="{47477F82-27A0-4182-8574-4B2A7365A911}">
      <dgm:prSet/>
      <dgm:spPr/>
      <dgm:t>
        <a:bodyPr/>
        <a:lstStyle/>
        <a:p>
          <a:endParaRPr lang="en-US"/>
        </a:p>
      </dgm:t>
    </dgm:pt>
    <dgm:pt modelId="{1E998A58-FB25-4F5E-B6F5-E90E420F4845}">
      <dgm:prSet/>
      <dgm:spPr/>
      <dgm:t>
        <a:bodyPr/>
        <a:lstStyle/>
        <a:p>
          <a:r>
            <a:rPr lang="es-CL"/>
            <a:t>• Product Owner (F. Melo): Priorización del valor de negocio y validación de historias terminadas.</a:t>
          </a:r>
          <a:endParaRPr lang="en-US"/>
        </a:p>
      </dgm:t>
    </dgm:pt>
    <dgm:pt modelId="{5A32C19B-8C94-4D35-99C0-1E43BAE559ED}" type="parTrans" cxnId="{F18F1F74-C8CA-4C66-B511-603E72759854}">
      <dgm:prSet/>
      <dgm:spPr/>
      <dgm:t>
        <a:bodyPr/>
        <a:lstStyle/>
        <a:p>
          <a:endParaRPr lang="en-US"/>
        </a:p>
      </dgm:t>
    </dgm:pt>
    <dgm:pt modelId="{0C63B578-F93C-4A24-9928-014A17D78036}" type="sibTrans" cxnId="{F18F1F74-C8CA-4C66-B511-603E72759854}">
      <dgm:prSet/>
      <dgm:spPr/>
      <dgm:t>
        <a:bodyPr/>
        <a:lstStyle/>
        <a:p>
          <a:endParaRPr lang="en-US"/>
        </a:p>
      </dgm:t>
    </dgm:pt>
    <dgm:pt modelId="{CA96847B-60BA-41BE-B271-BB130D44CE35}">
      <dgm:prSet/>
      <dgm:spPr/>
      <dgm:t>
        <a:bodyPr/>
        <a:lstStyle/>
        <a:p>
          <a:r>
            <a:rPr lang="es-CL"/>
            <a:t>• Scrum Master (F. Melo): Fiscalización del DoD, eliminación de bloqueos en Impediment Log y facilitación.</a:t>
          </a:r>
          <a:endParaRPr lang="en-US"/>
        </a:p>
      </dgm:t>
    </dgm:pt>
    <dgm:pt modelId="{16A793D2-ADD9-45B4-A03B-71014F38DA10}" type="parTrans" cxnId="{9C73DB53-83D6-4C8C-8409-AF5E3530EFE0}">
      <dgm:prSet/>
      <dgm:spPr/>
      <dgm:t>
        <a:bodyPr/>
        <a:lstStyle/>
        <a:p>
          <a:endParaRPr lang="en-US"/>
        </a:p>
      </dgm:t>
    </dgm:pt>
    <dgm:pt modelId="{59E0A2D1-4343-465D-B6BA-E43DDB8E44E5}" type="sibTrans" cxnId="{9C73DB53-83D6-4C8C-8409-AF5E3530EFE0}">
      <dgm:prSet/>
      <dgm:spPr/>
      <dgm:t>
        <a:bodyPr/>
        <a:lstStyle/>
        <a:p>
          <a:endParaRPr lang="en-US"/>
        </a:p>
      </dgm:t>
    </dgm:pt>
    <dgm:pt modelId="{E4390670-2F0F-451C-BDE4-BCA7472EBF8F}">
      <dgm:prSet/>
      <dgm:spPr/>
      <dgm:t>
        <a:bodyPr/>
        <a:lstStyle/>
        <a:p>
          <a:r>
            <a:rPr lang="es-CL"/>
            <a:t>• Dev Squad (F. Melo): Arquitectura, maquetación Ionic, lógica SQLite y pruebas de aseguramiento QA.</a:t>
          </a:r>
          <a:endParaRPr lang="en-US"/>
        </a:p>
      </dgm:t>
    </dgm:pt>
    <dgm:pt modelId="{3050B6D1-90A3-4315-9E8C-7D71A9B3479A}" type="parTrans" cxnId="{A0FE6DD7-AC8D-4BD4-BE6F-B4A309E90159}">
      <dgm:prSet/>
      <dgm:spPr/>
      <dgm:t>
        <a:bodyPr/>
        <a:lstStyle/>
        <a:p>
          <a:endParaRPr lang="en-US"/>
        </a:p>
      </dgm:t>
    </dgm:pt>
    <dgm:pt modelId="{339904F5-23AB-4E0D-9885-409E7F8A0C2F}" type="sibTrans" cxnId="{A0FE6DD7-AC8D-4BD4-BE6F-B4A309E90159}">
      <dgm:prSet/>
      <dgm:spPr/>
      <dgm:t>
        <a:bodyPr/>
        <a:lstStyle/>
        <a:p>
          <a:endParaRPr lang="en-US"/>
        </a:p>
      </dgm:t>
    </dgm:pt>
    <dgm:pt modelId="{47BB6C7F-C12D-4D77-A623-48B076BC05DE}" type="pres">
      <dgm:prSet presAssocID="{B2232927-08D9-4A70-9FC7-502EA3CA6C40}" presName="diagram" presStyleCnt="0">
        <dgm:presLayoutVars>
          <dgm:dir/>
          <dgm:resizeHandles val="exact"/>
        </dgm:presLayoutVars>
      </dgm:prSet>
      <dgm:spPr/>
    </dgm:pt>
    <dgm:pt modelId="{F226B75B-B3A7-4A75-8119-AAD671E8D131}" type="pres">
      <dgm:prSet presAssocID="{E2FE9169-0639-45EB-A5A8-F7F45AA9FC0D}" presName="node" presStyleLbl="node1" presStyleIdx="0" presStyleCnt="5">
        <dgm:presLayoutVars>
          <dgm:bulletEnabled val="1"/>
        </dgm:presLayoutVars>
      </dgm:prSet>
      <dgm:spPr/>
    </dgm:pt>
    <dgm:pt modelId="{C399AD63-DC10-427D-AE37-4FF694C754A2}" type="pres">
      <dgm:prSet presAssocID="{93C0E290-BFF2-48A2-BC92-5A5EA29E3BB8}" presName="sibTrans" presStyleCnt="0"/>
      <dgm:spPr/>
    </dgm:pt>
    <dgm:pt modelId="{246D4965-FD1A-4566-A2B9-4B90FC427A53}" type="pres">
      <dgm:prSet presAssocID="{2A2717A4-7B9E-4097-B99A-27D8B47704D9}" presName="node" presStyleLbl="node1" presStyleIdx="1" presStyleCnt="5">
        <dgm:presLayoutVars>
          <dgm:bulletEnabled val="1"/>
        </dgm:presLayoutVars>
      </dgm:prSet>
      <dgm:spPr/>
    </dgm:pt>
    <dgm:pt modelId="{2F51A549-5B4A-45B2-8A70-A2D44315BB07}" type="pres">
      <dgm:prSet presAssocID="{D2D22F07-BACB-435D-B40E-FD0AB63CAA42}" presName="sibTrans" presStyleCnt="0"/>
      <dgm:spPr/>
    </dgm:pt>
    <dgm:pt modelId="{09F83F86-E9CC-4E97-931D-C3D8F1D5D116}" type="pres">
      <dgm:prSet presAssocID="{1E998A58-FB25-4F5E-B6F5-E90E420F4845}" presName="node" presStyleLbl="node1" presStyleIdx="2" presStyleCnt="5">
        <dgm:presLayoutVars>
          <dgm:bulletEnabled val="1"/>
        </dgm:presLayoutVars>
      </dgm:prSet>
      <dgm:spPr/>
    </dgm:pt>
    <dgm:pt modelId="{F636360E-E893-4ECA-A6DE-038F1F800930}" type="pres">
      <dgm:prSet presAssocID="{0C63B578-F93C-4A24-9928-014A17D78036}" presName="sibTrans" presStyleCnt="0"/>
      <dgm:spPr/>
    </dgm:pt>
    <dgm:pt modelId="{14F0ED38-AFF4-46B6-936E-89B82CF258DD}" type="pres">
      <dgm:prSet presAssocID="{CA96847B-60BA-41BE-B271-BB130D44CE35}" presName="node" presStyleLbl="node1" presStyleIdx="3" presStyleCnt="5">
        <dgm:presLayoutVars>
          <dgm:bulletEnabled val="1"/>
        </dgm:presLayoutVars>
      </dgm:prSet>
      <dgm:spPr/>
    </dgm:pt>
    <dgm:pt modelId="{0F2FA042-8A6B-4DED-A7EF-73AA21D2860F}" type="pres">
      <dgm:prSet presAssocID="{59E0A2D1-4343-465D-B6BA-E43DDB8E44E5}" presName="sibTrans" presStyleCnt="0"/>
      <dgm:spPr/>
    </dgm:pt>
    <dgm:pt modelId="{FAAC5964-4D02-4186-BAE7-4841731ADA2C}" type="pres">
      <dgm:prSet presAssocID="{E4390670-2F0F-451C-BDE4-BCA7472EBF8F}" presName="node" presStyleLbl="node1" presStyleIdx="4" presStyleCnt="5">
        <dgm:presLayoutVars>
          <dgm:bulletEnabled val="1"/>
        </dgm:presLayoutVars>
      </dgm:prSet>
      <dgm:spPr/>
    </dgm:pt>
  </dgm:ptLst>
  <dgm:cxnLst>
    <dgm:cxn modelId="{CDA0A924-5D06-4FC4-B56B-646E8D6EED55}" type="presOf" srcId="{B2232927-08D9-4A70-9FC7-502EA3CA6C40}" destId="{47BB6C7F-C12D-4D77-A623-48B076BC05DE}" srcOrd="0" destOrd="0" presId="urn:microsoft.com/office/officeart/2005/8/layout/default"/>
    <dgm:cxn modelId="{727ACB2F-5F0A-492F-99BA-201B74511F8A}" type="presOf" srcId="{CA96847B-60BA-41BE-B271-BB130D44CE35}" destId="{14F0ED38-AFF4-46B6-936E-89B82CF258DD}" srcOrd="0" destOrd="0" presId="urn:microsoft.com/office/officeart/2005/8/layout/default"/>
    <dgm:cxn modelId="{9C73DB53-83D6-4C8C-8409-AF5E3530EFE0}" srcId="{B2232927-08D9-4A70-9FC7-502EA3CA6C40}" destId="{CA96847B-60BA-41BE-B271-BB130D44CE35}" srcOrd="3" destOrd="0" parTransId="{16A793D2-ADD9-45B4-A03B-71014F38DA10}" sibTransId="{59E0A2D1-4343-465D-B6BA-E43DDB8E44E5}"/>
    <dgm:cxn modelId="{F18F1F74-C8CA-4C66-B511-603E72759854}" srcId="{B2232927-08D9-4A70-9FC7-502EA3CA6C40}" destId="{1E998A58-FB25-4F5E-B6F5-E90E420F4845}" srcOrd="2" destOrd="0" parTransId="{5A32C19B-8C94-4D35-99C0-1E43BAE559ED}" sibTransId="{0C63B578-F93C-4A24-9928-014A17D78036}"/>
    <dgm:cxn modelId="{1EB4A156-B59E-46B2-8272-93BB6AE3A728}" srcId="{B2232927-08D9-4A70-9FC7-502EA3CA6C40}" destId="{E2FE9169-0639-45EB-A5A8-F7F45AA9FC0D}" srcOrd="0" destOrd="0" parTransId="{20E3E839-BF14-42BB-9C5A-419BD2C66921}" sibTransId="{93C0E290-BFF2-48A2-BC92-5A5EA29E3BB8}"/>
    <dgm:cxn modelId="{0351FC5A-AAEF-47EF-8E7C-93C03E65D05A}" type="presOf" srcId="{1E998A58-FB25-4F5E-B6F5-E90E420F4845}" destId="{09F83F86-E9CC-4E97-931D-C3D8F1D5D116}" srcOrd="0" destOrd="0" presId="urn:microsoft.com/office/officeart/2005/8/layout/default"/>
    <dgm:cxn modelId="{47477F82-27A0-4182-8574-4B2A7365A911}" srcId="{B2232927-08D9-4A70-9FC7-502EA3CA6C40}" destId="{2A2717A4-7B9E-4097-B99A-27D8B47704D9}" srcOrd="1" destOrd="0" parTransId="{31698E73-5FE1-4992-9AF9-FA4919ABB2BC}" sibTransId="{D2D22F07-BACB-435D-B40E-FD0AB63CAA42}"/>
    <dgm:cxn modelId="{48E9DBAE-9D75-43B7-A2AD-3C96904AC792}" type="presOf" srcId="{2A2717A4-7B9E-4097-B99A-27D8B47704D9}" destId="{246D4965-FD1A-4566-A2B9-4B90FC427A53}" srcOrd="0" destOrd="0" presId="urn:microsoft.com/office/officeart/2005/8/layout/default"/>
    <dgm:cxn modelId="{A0FE6DD7-AC8D-4BD4-BE6F-B4A309E90159}" srcId="{B2232927-08D9-4A70-9FC7-502EA3CA6C40}" destId="{E4390670-2F0F-451C-BDE4-BCA7472EBF8F}" srcOrd="4" destOrd="0" parTransId="{3050B6D1-90A3-4315-9E8C-7D71A9B3479A}" sibTransId="{339904F5-23AB-4E0D-9885-409E7F8A0C2F}"/>
    <dgm:cxn modelId="{849548E5-35AB-4CB2-9664-A86A3999719D}" type="presOf" srcId="{E2FE9169-0639-45EB-A5A8-F7F45AA9FC0D}" destId="{F226B75B-B3A7-4A75-8119-AAD671E8D131}" srcOrd="0" destOrd="0" presId="urn:microsoft.com/office/officeart/2005/8/layout/default"/>
    <dgm:cxn modelId="{F25243FA-765C-4985-9374-B52E0D63F4B3}" type="presOf" srcId="{E4390670-2F0F-451C-BDE4-BCA7472EBF8F}" destId="{FAAC5964-4D02-4186-BAE7-4841731ADA2C}" srcOrd="0" destOrd="0" presId="urn:microsoft.com/office/officeart/2005/8/layout/default"/>
    <dgm:cxn modelId="{C2842F8C-A23E-412C-877A-F10F1D00AB18}" type="presParOf" srcId="{47BB6C7F-C12D-4D77-A623-48B076BC05DE}" destId="{F226B75B-B3A7-4A75-8119-AAD671E8D131}" srcOrd="0" destOrd="0" presId="urn:microsoft.com/office/officeart/2005/8/layout/default"/>
    <dgm:cxn modelId="{2FADFBBA-DFE5-4643-BBE2-A1519AB3BD43}" type="presParOf" srcId="{47BB6C7F-C12D-4D77-A623-48B076BC05DE}" destId="{C399AD63-DC10-427D-AE37-4FF694C754A2}" srcOrd="1" destOrd="0" presId="urn:microsoft.com/office/officeart/2005/8/layout/default"/>
    <dgm:cxn modelId="{6C5EE2E5-E87E-4705-848B-58D7CC974B44}" type="presParOf" srcId="{47BB6C7F-C12D-4D77-A623-48B076BC05DE}" destId="{246D4965-FD1A-4566-A2B9-4B90FC427A53}" srcOrd="2" destOrd="0" presId="urn:microsoft.com/office/officeart/2005/8/layout/default"/>
    <dgm:cxn modelId="{384F642D-0B59-4F69-9648-C6A8B36F7E31}" type="presParOf" srcId="{47BB6C7F-C12D-4D77-A623-48B076BC05DE}" destId="{2F51A549-5B4A-45B2-8A70-A2D44315BB07}" srcOrd="3" destOrd="0" presId="urn:microsoft.com/office/officeart/2005/8/layout/default"/>
    <dgm:cxn modelId="{DED2F751-C898-4256-B61F-0CC18259A9C1}" type="presParOf" srcId="{47BB6C7F-C12D-4D77-A623-48B076BC05DE}" destId="{09F83F86-E9CC-4E97-931D-C3D8F1D5D116}" srcOrd="4" destOrd="0" presId="urn:microsoft.com/office/officeart/2005/8/layout/default"/>
    <dgm:cxn modelId="{995749BD-68A5-4FC1-90C4-33CA087B469C}" type="presParOf" srcId="{47BB6C7F-C12D-4D77-A623-48B076BC05DE}" destId="{F636360E-E893-4ECA-A6DE-038F1F800930}" srcOrd="5" destOrd="0" presId="urn:microsoft.com/office/officeart/2005/8/layout/default"/>
    <dgm:cxn modelId="{617CAE7F-F21C-4A4B-B5EA-B6AF2F99F0D6}" type="presParOf" srcId="{47BB6C7F-C12D-4D77-A623-48B076BC05DE}" destId="{14F0ED38-AFF4-46B6-936E-89B82CF258DD}" srcOrd="6" destOrd="0" presId="urn:microsoft.com/office/officeart/2005/8/layout/default"/>
    <dgm:cxn modelId="{340EC2EF-4D90-42D3-BBBD-DF46AFED9612}" type="presParOf" srcId="{47BB6C7F-C12D-4D77-A623-48B076BC05DE}" destId="{0F2FA042-8A6B-4DED-A7EF-73AA21D2860F}" srcOrd="7" destOrd="0" presId="urn:microsoft.com/office/officeart/2005/8/layout/default"/>
    <dgm:cxn modelId="{1E9C2352-5D0F-4467-A5AA-695CDF2F08A2}" type="presParOf" srcId="{47BB6C7F-C12D-4D77-A623-48B076BC05DE}" destId="{FAAC5964-4D02-4186-BAE7-4841731ADA2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D6D18E-C2DC-4D8F-8EE4-2DDE13E33F9C}" type="doc">
      <dgm:prSet loTypeId="urn:microsoft.com/office/officeart/2005/8/layout/vProcess5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EA416DA-86FD-445A-B05D-96F6D9D6D2A5}">
      <dgm:prSet/>
      <dgm:spPr/>
      <dgm:t>
        <a:bodyPr/>
        <a:lstStyle/>
        <a:p>
          <a:pPr>
            <a:defRPr cap="all"/>
          </a:pPr>
          <a:r>
            <a:rPr lang="es-CL"/>
            <a:t>• Semanas 1 a 3 (Fase 1): Especificación de requisitos (SRS), mapa de actores, C4 y diseño Figma.</a:t>
          </a:r>
          <a:endParaRPr lang="en-US"/>
        </a:p>
      </dgm:t>
    </dgm:pt>
    <dgm:pt modelId="{2454074D-CD2F-489A-8B8B-07DC93246577}" type="parTrans" cxnId="{5C9788C0-F495-4CA6-AF84-F2E9B999132B}">
      <dgm:prSet/>
      <dgm:spPr/>
      <dgm:t>
        <a:bodyPr/>
        <a:lstStyle/>
        <a:p>
          <a:endParaRPr lang="en-US"/>
        </a:p>
      </dgm:t>
    </dgm:pt>
    <dgm:pt modelId="{78AF1A1D-DBF7-4A1D-9C67-BB8B51026ADC}" type="sibTrans" cxnId="{5C9788C0-F495-4CA6-AF84-F2E9B999132B}">
      <dgm:prSet/>
      <dgm:spPr/>
      <dgm:t>
        <a:bodyPr/>
        <a:lstStyle/>
        <a:p>
          <a:endParaRPr lang="en-US"/>
        </a:p>
      </dgm:t>
    </dgm:pt>
    <dgm:pt modelId="{A22FB814-DACE-44CF-BA7E-686C97B43191}">
      <dgm:prSet/>
      <dgm:spPr/>
      <dgm:t>
        <a:bodyPr/>
        <a:lstStyle/>
        <a:p>
          <a:pPr>
            <a:defRPr cap="all"/>
          </a:pPr>
          <a:r>
            <a:rPr lang="es-CL"/>
            <a:t>• Semanas 4 a 6 (Sprint 1 · 140 pts): Persistencia relacional, autenticación segura y módulos CRUD.</a:t>
          </a:r>
          <a:endParaRPr lang="en-US"/>
        </a:p>
      </dgm:t>
    </dgm:pt>
    <dgm:pt modelId="{F87772F0-0FA5-4F01-9F6A-F658811235F1}" type="parTrans" cxnId="{126DAC4D-1E55-4FD3-9952-07870C59C0BC}">
      <dgm:prSet/>
      <dgm:spPr/>
      <dgm:t>
        <a:bodyPr/>
        <a:lstStyle/>
        <a:p>
          <a:endParaRPr lang="en-US"/>
        </a:p>
      </dgm:t>
    </dgm:pt>
    <dgm:pt modelId="{02FEAB47-E302-43F0-89E2-EA0E2036EB8B}" type="sibTrans" cxnId="{126DAC4D-1E55-4FD3-9952-07870C59C0BC}">
      <dgm:prSet/>
      <dgm:spPr/>
      <dgm:t>
        <a:bodyPr/>
        <a:lstStyle/>
        <a:p>
          <a:endParaRPr lang="en-US"/>
        </a:p>
      </dgm:t>
    </dgm:pt>
    <dgm:pt modelId="{4AA21112-8298-4153-950C-A33BEAF2761A}">
      <dgm:prSet/>
      <dgm:spPr/>
      <dgm:t>
        <a:bodyPr/>
        <a:lstStyle/>
        <a:p>
          <a:pPr>
            <a:defRPr cap="all"/>
          </a:pPr>
          <a:r>
            <a:rPr lang="es-CL"/>
            <a:t>• Semanas 7 y 8 (Sprint 2 · 280 pts): Mapa Leaflet GPS, Live Status, cartas, cupones y reportería.</a:t>
          </a:r>
          <a:endParaRPr lang="en-US"/>
        </a:p>
      </dgm:t>
    </dgm:pt>
    <dgm:pt modelId="{C462529B-F600-4E81-850D-B5EA51956EA0}" type="parTrans" cxnId="{500D5821-B17E-49B0-B482-630899B4F15D}">
      <dgm:prSet/>
      <dgm:spPr/>
      <dgm:t>
        <a:bodyPr/>
        <a:lstStyle/>
        <a:p>
          <a:endParaRPr lang="en-US"/>
        </a:p>
      </dgm:t>
    </dgm:pt>
    <dgm:pt modelId="{25F397B8-9739-4F9C-84BE-C5FD2E138868}" type="sibTrans" cxnId="{500D5821-B17E-49B0-B482-630899B4F15D}">
      <dgm:prSet/>
      <dgm:spPr/>
      <dgm:t>
        <a:bodyPr/>
        <a:lstStyle/>
        <a:p>
          <a:endParaRPr lang="en-US"/>
        </a:p>
      </dgm:t>
    </dgm:pt>
    <dgm:pt modelId="{522E234A-2D85-4060-938A-511137E63479}">
      <dgm:prSet/>
      <dgm:spPr/>
      <dgm:t>
        <a:bodyPr/>
        <a:lstStyle/>
        <a:p>
          <a:pPr>
            <a:defRPr cap="all"/>
          </a:pPr>
          <a:r>
            <a:rPr lang="es-CL"/>
            <a:t>• Semana 9 (EFT): Consolidación de 13 archivos oficiales, testing integral y defensa final.</a:t>
          </a:r>
          <a:endParaRPr lang="en-US"/>
        </a:p>
      </dgm:t>
    </dgm:pt>
    <dgm:pt modelId="{4726861E-2BDD-4E71-912F-6702B8C34B56}" type="parTrans" cxnId="{EF036106-92B2-49E2-AEA8-2AE97A8CA347}">
      <dgm:prSet/>
      <dgm:spPr/>
      <dgm:t>
        <a:bodyPr/>
        <a:lstStyle/>
        <a:p>
          <a:endParaRPr lang="en-US"/>
        </a:p>
      </dgm:t>
    </dgm:pt>
    <dgm:pt modelId="{5CC94572-9ECA-4463-BD99-419DC041E538}" type="sibTrans" cxnId="{EF036106-92B2-49E2-AEA8-2AE97A8CA347}">
      <dgm:prSet/>
      <dgm:spPr/>
      <dgm:t>
        <a:bodyPr/>
        <a:lstStyle/>
        <a:p>
          <a:endParaRPr lang="en-US"/>
        </a:p>
      </dgm:t>
    </dgm:pt>
    <dgm:pt modelId="{7CA1312E-0581-4055-8C11-F42F51ED6B40}">
      <dgm:prSet/>
      <dgm:spPr/>
      <dgm:t>
        <a:bodyPr/>
        <a:lstStyle/>
        <a:p>
          <a:pPr>
            <a:defRPr cap="all"/>
          </a:pPr>
          <a:r>
            <a:rPr lang="es-CL"/>
            <a:t>• Stack Tecnológico: Ionic Framework, Angular, TypeScript, SQLite / IndexedDB, Leaflet API y GitHub.</a:t>
          </a:r>
          <a:endParaRPr lang="en-US"/>
        </a:p>
      </dgm:t>
    </dgm:pt>
    <dgm:pt modelId="{1F28ABA0-A0FC-4620-9DF4-67202E50CBDC}" type="parTrans" cxnId="{873C5E14-29BA-4C73-B2EB-3DB65B76CE07}">
      <dgm:prSet/>
      <dgm:spPr/>
      <dgm:t>
        <a:bodyPr/>
        <a:lstStyle/>
        <a:p>
          <a:endParaRPr lang="en-US"/>
        </a:p>
      </dgm:t>
    </dgm:pt>
    <dgm:pt modelId="{DBA6744A-B92F-4D23-9FB4-57BE066DB909}" type="sibTrans" cxnId="{873C5E14-29BA-4C73-B2EB-3DB65B76CE07}">
      <dgm:prSet/>
      <dgm:spPr/>
      <dgm:t>
        <a:bodyPr/>
        <a:lstStyle/>
        <a:p>
          <a:endParaRPr lang="en-US"/>
        </a:p>
      </dgm:t>
    </dgm:pt>
    <dgm:pt modelId="{29C1AFFE-D130-45BF-91AE-C80CF063E627}" type="pres">
      <dgm:prSet presAssocID="{0AD6D18E-C2DC-4D8F-8EE4-2DDE13E33F9C}" presName="outerComposite" presStyleCnt="0">
        <dgm:presLayoutVars>
          <dgm:chMax val="5"/>
          <dgm:dir/>
          <dgm:resizeHandles val="exact"/>
        </dgm:presLayoutVars>
      </dgm:prSet>
      <dgm:spPr/>
    </dgm:pt>
    <dgm:pt modelId="{99044445-5EC4-44D6-A483-6A29E61450E8}" type="pres">
      <dgm:prSet presAssocID="{0AD6D18E-C2DC-4D8F-8EE4-2DDE13E33F9C}" presName="dummyMaxCanvas" presStyleCnt="0">
        <dgm:presLayoutVars/>
      </dgm:prSet>
      <dgm:spPr/>
    </dgm:pt>
    <dgm:pt modelId="{EACF4B54-702D-4771-96AE-9470106C9CE1}" type="pres">
      <dgm:prSet presAssocID="{0AD6D18E-C2DC-4D8F-8EE4-2DDE13E33F9C}" presName="FiveNodes_1" presStyleLbl="node1" presStyleIdx="0" presStyleCnt="5">
        <dgm:presLayoutVars>
          <dgm:bulletEnabled val="1"/>
        </dgm:presLayoutVars>
      </dgm:prSet>
      <dgm:spPr/>
    </dgm:pt>
    <dgm:pt modelId="{61C1A251-3D11-45A2-BD76-827FB3F2CD13}" type="pres">
      <dgm:prSet presAssocID="{0AD6D18E-C2DC-4D8F-8EE4-2DDE13E33F9C}" presName="FiveNodes_2" presStyleLbl="node1" presStyleIdx="1" presStyleCnt="5">
        <dgm:presLayoutVars>
          <dgm:bulletEnabled val="1"/>
        </dgm:presLayoutVars>
      </dgm:prSet>
      <dgm:spPr/>
    </dgm:pt>
    <dgm:pt modelId="{F2E971A4-1928-4E13-96FD-2608186433CB}" type="pres">
      <dgm:prSet presAssocID="{0AD6D18E-C2DC-4D8F-8EE4-2DDE13E33F9C}" presName="FiveNodes_3" presStyleLbl="node1" presStyleIdx="2" presStyleCnt="5">
        <dgm:presLayoutVars>
          <dgm:bulletEnabled val="1"/>
        </dgm:presLayoutVars>
      </dgm:prSet>
      <dgm:spPr/>
    </dgm:pt>
    <dgm:pt modelId="{B953F0D5-31FC-485F-B89E-1E6B23C8AC38}" type="pres">
      <dgm:prSet presAssocID="{0AD6D18E-C2DC-4D8F-8EE4-2DDE13E33F9C}" presName="FiveNodes_4" presStyleLbl="node1" presStyleIdx="3" presStyleCnt="5">
        <dgm:presLayoutVars>
          <dgm:bulletEnabled val="1"/>
        </dgm:presLayoutVars>
      </dgm:prSet>
      <dgm:spPr/>
    </dgm:pt>
    <dgm:pt modelId="{AE774FFE-481E-43F1-8D2F-CD8BD9B3D233}" type="pres">
      <dgm:prSet presAssocID="{0AD6D18E-C2DC-4D8F-8EE4-2DDE13E33F9C}" presName="FiveNodes_5" presStyleLbl="node1" presStyleIdx="4" presStyleCnt="5">
        <dgm:presLayoutVars>
          <dgm:bulletEnabled val="1"/>
        </dgm:presLayoutVars>
      </dgm:prSet>
      <dgm:spPr/>
    </dgm:pt>
    <dgm:pt modelId="{6CBECD02-AD54-42A1-9A90-E4C2E7FC5842}" type="pres">
      <dgm:prSet presAssocID="{0AD6D18E-C2DC-4D8F-8EE4-2DDE13E33F9C}" presName="FiveConn_1-2" presStyleLbl="fgAccFollowNode1" presStyleIdx="0" presStyleCnt="4">
        <dgm:presLayoutVars>
          <dgm:bulletEnabled val="1"/>
        </dgm:presLayoutVars>
      </dgm:prSet>
      <dgm:spPr/>
    </dgm:pt>
    <dgm:pt modelId="{304CDE0B-0F2C-43DB-89B1-82D62481732B}" type="pres">
      <dgm:prSet presAssocID="{0AD6D18E-C2DC-4D8F-8EE4-2DDE13E33F9C}" presName="FiveConn_2-3" presStyleLbl="fgAccFollowNode1" presStyleIdx="1" presStyleCnt="4">
        <dgm:presLayoutVars>
          <dgm:bulletEnabled val="1"/>
        </dgm:presLayoutVars>
      </dgm:prSet>
      <dgm:spPr/>
    </dgm:pt>
    <dgm:pt modelId="{6BE05D07-4022-47F7-8343-237E9A629A36}" type="pres">
      <dgm:prSet presAssocID="{0AD6D18E-C2DC-4D8F-8EE4-2DDE13E33F9C}" presName="FiveConn_3-4" presStyleLbl="fgAccFollowNode1" presStyleIdx="2" presStyleCnt="4">
        <dgm:presLayoutVars>
          <dgm:bulletEnabled val="1"/>
        </dgm:presLayoutVars>
      </dgm:prSet>
      <dgm:spPr/>
    </dgm:pt>
    <dgm:pt modelId="{9FC27C7B-5749-4406-80EF-8E98E5B85E5A}" type="pres">
      <dgm:prSet presAssocID="{0AD6D18E-C2DC-4D8F-8EE4-2DDE13E33F9C}" presName="FiveConn_4-5" presStyleLbl="fgAccFollowNode1" presStyleIdx="3" presStyleCnt="4">
        <dgm:presLayoutVars>
          <dgm:bulletEnabled val="1"/>
        </dgm:presLayoutVars>
      </dgm:prSet>
      <dgm:spPr/>
    </dgm:pt>
    <dgm:pt modelId="{98CC83B3-243B-44F7-A474-81AFEF6B5E73}" type="pres">
      <dgm:prSet presAssocID="{0AD6D18E-C2DC-4D8F-8EE4-2DDE13E33F9C}" presName="FiveNodes_1_text" presStyleLbl="node1" presStyleIdx="4" presStyleCnt="5">
        <dgm:presLayoutVars>
          <dgm:bulletEnabled val="1"/>
        </dgm:presLayoutVars>
      </dgm:prSet>
      <dgm:spPr/>
    </dgm:pt>
    <dgm:pt modelId="{4886980D-5B7E-4565-BA59-BAC86423D0E3}" type="pres">
      <dgm:prSet presAssocID="{0AD6D18E-C2DC-4D8F-8EE4-2DDE13E33F9C}" presName="FiveNodes_2_text" presStyleLbl="node1" presStyleIdx="4" presStyleCnt="5">
        <dgm:presLayoutVars>
          <dgm:bulletEnabled val="1"/>
        </dgm:presLayoutVars>
      </dgm:prSet>
      <dgm:spPr/>
    </dgm:pt>
    <dgm:pt modelId="{5A9A5453-B7ED-4E38-954A-70E2699EBDC0}" type="pres">
      <dgm:prSet presAssocID="{0AD6D18E-C2DC-4D8F-8EE4-2DDE13E33F9C}" presName="FiveNodes_3_text" presStyleLbl="node1" presStyleIdx="4" presStyleCnt="5">
        <dgm:presLayoutVars>
          <dgm:bulletEnabled val="1"/>
        </dgm:presLayoutVars>
      </dgm:prSet>
      <dgm:spPr/>
    </dgm:pt>
    <dgm:pt modelId="{8A561EE1-A44D-4C41-9787-DB5F30B810AC}" type="pres">
      <dgm:prSet presAssocID="{0AD6D18E-C2DC-4D8F-8EE4-2DDE13E33F9C}" presName="FiveNodes_4_text" presStyleLbl="node1" presStyleIdx="4" presStyleCnt="5">
        <dgm:presLayoutVars>
          <dgm:bulletEnabled val="1"/>
        </dgm:presLayoutVars>
      </dgm:prSet>
      <dgm:spPr/>
    </dgm:pt>
    <dgm:pt modelId="{1B8A06B9-6A72-4CB7-9372-7E0A4BFCC2E8}" type="pres">
      <dgm:prSet presAssocID="{0AD6D18E-C2DC-4D8F-8EE4-2DDE13E33F9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F036106-92B2-49E2-AEA8-2AE97A8CA347}" srcId="{0AD6D18E-C2DC-4D8F-8EE4-2DDE13E33F9C}" destId="{522E234A-2D85-4060-938A-511137E63479}" srcOrd="3" destOrd="0" parTransId="{4726861E-2BDD-4E71-912F-6702B8C34B56}" sibTransId="{5CC94572-9ECA-4463-BD99-419DC041E538}"/>
    <dgm:cxn modelId="{873C5E14-29BA-4C73-B2EB-3DB65B76CE07}" srcId="{0AD6D18E-C2DC-4D8F-8EE4-2DDE13E33F9C}" destId="{7CA1312E-0581-4055-8C11-F42F51ED6B40}" srcOrd="4" destOrd="0" parTransId="{1F28ABA0-A0FC-4620-9DF4-67202E50CBDC}" sibTransId="{DBA6744A-B92F-4D23-9FB4-57BE066DB909}"/>
    <dgm:cxn modelId="{500D5821-B17E-49B0-B482-630899B4F15D}" srcId="{0AD6D18E-C2DC-4D8F-8EE4-2DDE13E33F9C}" destId="{4AA21112-8298-4153-950C-A33BEAF2761A}" srcOrd="2" destOrd="0" parTransId="{C462529B-F600-4E81-850D-B5EA51956EA0}" sibTransId="{25F397B8-9739-4F9C-84BE-C5FD2E138868}"/>
    <dgm:cxn modelId="{6FB96028-96E9-4B94-A344-B8AAB541FB6F}" type="presOf" srcId="{522E234A-2D85-4060-938A-511137E63479}" destId="{8A561EE1-A44D-4C41-9787-DB5F30B810AC}" srcOrd="1" destOrd="0" presId="urn:microsoft.com/office/officeart/2005/8/layout/vProcess5"/>
    <dgm:cxn modelId="{53B4782F-4195-487D-8A6E-92BB2A5687B7}" type="presOf" srcId="{7CA1312E-0581-4055-8C11-F42F51ED6B40}" destId="{AE774FFE-481E-43F1-8D2F-CD8BD9B3D233}" srcOrd="0" destOrd="0" presId="urn:microsoft.com/office/officeart/2005/8/layout/vProcess5"/>
    <dgm:cxn modelId="{3F7E3342-E03E-4D98-A4C9-77C21DAFF0FE}" type="presOf" srcId="{8EA416DA-86FD-445A-B05D-96F6D9D6D2A5}" destId="{98CC83B3-243B-44F7-A474-81AFEF6B5E73}" srcOrd="1" destOrd="0" presId="urn:microsoft.com/office/officeart/2005/8/layout/vProcess5"/>
    <dgm:cxn modelId="{D0B4A145-ED86-4D63-A9E1-887686573CCB}" type="presOf" srcId="{25F397B8-9739-4F9C-84BE-C5FD2E138868}" destId="{6BE05D07-4022-47F7-8343-237E9A629A36}" srcOrd="0" destOrd="0" presId="urn:microsoft.com/office/officeart/2005/8/layout/vProcess5"/>
    <dgm:cxn modelId="{0BED236A-3696-4027-97AA-05E4996336B6}" type="presOf" srcId="{5CC94572-9ECA-4463-BD99-419DC041E538}" destId="{9FC27C7B-5749-4406-80EF-8E98E5B85E5A}" srcOrd="0" destOrd="0" presId="urn:microsoft.com/office/officeart/2005/8/layout/vProcess5"/>
    <dgm:cxn modelId="{126DAC4D-1E55-4FD3-9952-07870C59C0BC}" srcId="{0AD6D18E-C2DC-4D8F-8EE4-2DDE13E33F9C}" destId="{A22FB814-DACE-44CF-BA7E-686C97B43191}" srcOrd="1" destOrd="0" parTransId="{F87772F0-0FA5-4F01-9F6A-F658811235F1}" sibTransId="{02FEAB47-E302-43F0-89E2-EA0E2036EB8B}"/>
    <dgm:cxn modelId="{06103986-A7D3-4B92-98D5-3B3C032A7B7D}" type="presOf" srcId="{A22FB814-DACE-44CF-BA7E-686C97B43191}" destId="{61C1A251-3D11-45A2-BD76-827FB3F2CD13}" srcOrd="0" destOrd="0" presId="urn:microsoft.com/office/officeart/2005/8/layout/vProcess5"/>
    <dgm:cxn modelId="{B79A4E88-019F-4588-A222-ED81B6280A50}" type="presOf" srcId="{522E234A-2D85-4060-938A-511137E63479}" destId="{B953F0D5-31FC-485F-B89E-1E6B23C8AC38}" srcOrd="0" destOrd="0" presId="urn:microsoft.com/office/officeart/2005/8/layout/vProcess5"/>
    <dgm:cxn modelId="{E1568988-BE5C-4F68-826B-7CFAE0284AA5}" type="presOf" srcId="{7CA1312E-0581-4055-8C11-F42F51ED6B40}" destId="{1B8A06B9-6A72-4CB7-9372-7E0A4BFCC2E8}" srcOrd="1" destOrd="0" presId="urn:microsoft.com/office/officeart/2005/8/layout/vProcess5"/>
    <dgm:cxn modelId="{D2ED3EA3-5F96-432C-9183-1A7AC4079FFC}" type="presOf" srcId="{0AD6D18E-C2DC-4D8F-8EE4-2DDE13E33F9C}" destId="{29C1AFFE-D130-45BF-91AE-C80CF063E627}" srcOrd="0" destOrd="0" presId="urn:microsoft.com/office/officeart/2005/8/layout/vProcess5"/>
    <dgm:cxn modelId="{5C9788C0-F495-4CA6-AF84-F2E9B999132B}" srcId="{0AD6D18E-C2DC-4D8F-8EE4-2DDE13E33F9C}" destId="{8EA416DA-86FD-445A-B05D-96F6D9D6D2A5}" srcOrd="0" destOrd="0" parTransId="{2454074D-CD2F-489A-8B8B-07DC93246577}" sibTransId="{78AF1A1D-DBF7-4A1D-9C67-BB8B51026ADC}"/>
    <dgm:cxn modelId="{641A1AC5-04AC-4998-B0A2-044769387BB5}" type="presOf" srcId="{A22FB814-DACE-44CF-BA7E-686C97B43191}" destId="{4886980D-5B7E-4565-BA59-BAC86423D0E3}" srcOrd="1" destOrd="0" presId="urn:microsoft.com/office/officeart/2005/8/layout/vProcess5"/>
    <dgm:cxn modelId="{432C42CD-B6AE-4D86-AB99-10049BDED2B2}" type="presOf" srcId="{4AA21112-8298-4153-950C-A33BEAF2761A}" destId="{5A9A5453-B7ED-4E38-954A-70E2699EBDC0}" srcOrd="1" destOrd="0" presId="urn:microsoft.com/office/officeart/2005/8/layout/vProcess5"/>
    <dgm:cxn modelId="{7F9ACBD4-8329-4BCA-96F3-8AA8518E2AA9}" type="presOf" srcId="{8EA416DA-86FD-445A-B05D-96F6D9D6D2A5}" destId="{EACF4B54-702D-4771-96AE-9470106C9CE1}" srcOrd="0" destOrd="0" presId="urn:microsoft.com/office/officeart/2005/8/layout/vProcess5"/>
    <dgm:cxn modelId="{D05454D8-91F2-45DE-BD57-BF3E4254B9E2}" type="presOf" srcId="{78AF1A1D-DBF7-4A1D-9C67-BB8B51026ADC}" destId="{6CBECD02-AD54-42A1-9A90-E4C2E7FC5842}" srcOrd="0" destOrd="0" presId="urn:microsoft.com/office/officeart/2005/8/layout/vProcess5"/>
    <dgm:cxn modelId="{9D8F8AF6-FDC7-4ADC-A932-64EEE60454DA}" type="presOf" srcId="{02FEAB47-E302-43F0-89E2-EA0E2036EB8B}" destId="{304CDE0B-0F2C-43DB-89B1-82D62481732B}" srcOrd="0" destOrd="0" presId="urn:microsoft.com/office/officeart/2005/8/layout/vProcess5"/>
    <dgm:cxn modelId="{301E0FFB-6815-428F-B2B5-6ED6BCE5FBAA}" type="presOf" srcId="{4AA21112-8298-4153-950C-A33BEAF2761A}" destId="{F2E971A4-1928-4E13-96FD-2608186433CB}" srcOrd="0" destOrd="0" presId="urn:microsoft.com/office/officeart/2005/8/layout/vProcess5"/>
    <dgm:cxn modelId="{641B9C00-4702-4060-9B7E-26227270C687}" type="presParOf" srcId="{29C1AFFE-D130-45BF-91AE-C80CF063E627}" destId="{99044445-5EC4-44D6-A483-6A29E61450E8}" srcOrd="0" destOrd="0" presId="urn:microsoft.com/office/officeart/2005/8/layout/vProcess5"/>
    <dgm:cxn modelId="{A4225C9C-C44C-4708-A9D1-BC2144F4352C}" type="presParOf" srcId="{29C1AFFE-D130-45BF-91AE-C80CF063E627}" destId="{EACF4B54-702D-4771-96AE-9470106C9CE1}" srcOrd="1" destOrd="0" presId="urn:microsoft.com/office/officeart/2005/8/layout/vProcess5"/>
    <dgm:cxn modelId="{CA75A366-E0AF-4802-946C-B77B9CCD3D44}" type="presParOf" srcId="{29C1AFFE-D130-45BF-91AE-C80CF063E627}" destId="{61C1A251-3D11-45A2-BD76-827FB3F2CD13}" srcOrd="2" destOrd="0" presId="urn:microsoft.com/office/officeart/2005/8/layout/vProcess5"/>
    <dgm:cxn modelId="{DCDFA16C-8073-4E79-B852-CF6B2DF20F84}" type="presParOf" srcId="{29C1AFFE-D130-45BF-91AE-C80CF063E627}" destId="{F2E971A4-1928-4E13-96FD-2608186433CB}" srcOrd="3" destOrd="0" presId="urn:microsoft.com/office/officeart/2005/8/layout/vProcess5"/>
    <dgm:cxn modelId="{C067E0D9-7807-4890-819D-D17602E6E053}" type="presParOf" srcId="{29C1AFFE-D130-45BF-91AE-C80CF063E627}" destId="{B953F0D5-31FC-485F-B89E-1E6B23C8AC38}" srcOrd="4" destOrd="0" presId="urn:microsoft.com/office/officeart/2005/8/layout/vProcess5"/>
    <dgm:cxn modelId="{D23D1911-F072-47D0-B377-5E1C14039C61}" type="presParOf" srcId="{29C1AFFE-D130-45BF-91AE-C80CF063E627}" destId="{AE774FFE-481E-43F1-8D2F-CD8BD9B3D233}" srcOrd="5" destOrd="0" presId="urn:microsoft.com/office/officeart/2005/8/layout/vProcess5"/>
    <dgm:cxn modelId="{9DDEA956-1059-48C9-BF23-55872418B6F7}" type="presParOf" srcId="{29C1AFFE-D130-45BF-91AE-C80CF063E627}" destId="{6CBECD02-AD54-42A1-9A90-E4C2E7FC5842}" srcOrd="6" destOrd="0" presId="urn:microsoft.com/office/officeart/2005/8/layout/vProcess5"/>
    <dgm:cxn modelId="{52C0D6D6-F172-4AC9-AA63-ADC7CED98AB6}" type="presParOf" srcId="{29C1AFFE-D130-45BF-91AE-C80CF063E627}" destId="{304CDE0B-0F2C-43DB-89B1-82D62481732B}" srcOrd="7" destOrd="0" presId="urn:microsoft.com/office/officeart/2005/8/layout/vProcess5"/>
    <dgm:cxn modelId="{AB0B8C75-81CB-457F-B61C-EC4AF1E4B81B}" type="presParOf" srcId="{29C1AFFE-D130-45BF-91AE-C80CF063E627}" destId="{6BE05D07-4022-47F7-8343-237E9A629A36}" srcOrd="8" destOrd="0" presId="urn:microsoft.com/office/officeart/2005/8/layout/vProcess5"/>
    <dgm:cxn modelId="{CBFE95BA-69F2-4F3D-9FCC-0D169993BE7D}" type="presParOf" srcId="{29C1AFFE-D130-45BF-91AE-C80CF063E627}" destId="{9FC27C7B-5749-4406-80EF-8E98E5B85E5A}" srcOrd="9" destOrd="0" presId="urn:microsoft.com/office/officeart/2005/8/layout/vProcess5"/>
    <dgm:cxn modelId="{76DFA717-C426-4B26-8A19-F69CC4A9830A}" type="presParOf" srcId="{29C1AFFE-D130-45BF-91AE-C80CF063E627}" destId="{98CC83B3-243B-44F7-A474-81AFEF6B5E73}" srcOrd="10" destOrd="0" presId="urn:microsoft.com/office/officeart/2005/8/layout/vProcess5"/>
    <dgm:cxn modelId="{171F2E0B-8029-453D-9109-140545DB64E1}" type="presParOf" srcId="{29C1AFFE-D130-45BF-91AE-C80CF063E627}" destId="{4886980D-5B7E-4565-BA59-BAC86423D0E3}" srcOrd="11" destOrd="0" presId="urn:microsoft.com/office/officeart/2005/8/layout/vProcess5"/>
    <dgm:cxn modelId="{10DE3C15-93BC-4A48-9C85-C12CF1AA6036}" type="presParOf" srcId="{29C1AFFE-D130-45BF-91AE-C80CF063E627}" destId="{5A9A5453-B7ED-4E38-954A-70E2699EBDC0}" srcOrd="12" destOrd="0" presId="urn:microsoft.com/office/officeart/2005/8/layout/vProcess5"/>
    <dgm:cxn modelId="{18B1D38E-B97E-49C2-B445-F9AB3C78B61E}" type="presParOf" srcId="{29C1AFFE-D130-45BF-91AE-C80CF063E627}" destId="{8A561EE1-A44D-4C41-9787-DB5F30B810AC}" srcOrd="13" destOrd="0" presId="urn:microsoft.com/office/officeart/2005/8/layout/vProcess5"/>
    <dgm:cxn modelId="{3BDC7435-447C-4144-B1CA-07A539E87EAB}" type="presParOf" srcId="{29C1AFFE-D130-45BF-91AE-C80CF063E627}" destId="{1B8A06B9-6A72-4CB7-9372-7E0A4BFCC2E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EBA50AD-1CA0-4B45-9B9F-A8E306FC2546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91810A4-5FEA-4F54-A998-5A564B2FE5D1}">
      <dgm:prSet/>
      <dgm:spPr/>
      <dgm:t>
        <a:bodyPr/>
        <a:lstStyle/>
        <a:p>
          <a:r>
            <a:rPr lang="es-ES"/>
            <a:t>• Entidades en 3FN: ROL, USUARIO, LOCAL, CATEGORIA_PRODUCTO, PRODUCTO, VALORACION y CUPON_CANJE.</a:t>
          </a:r>
          <a:endParaRPr lang="en-US"/>
        </a:p>
      </dgm:t>
    </dgm:pt>
    <dgm:pt modelId="{7A158591-E711-4E48-9555-CEB6DB9C799D}" type="parTrans" cxnId="{A7A89CA9-ADAF-4BBB-9864-933340C4D720}">
      <dgm:prSet/>
      <dgm:spPr/>
      <dgm:t>
        <a:bodyPr/>
        <a:lstStyle/>
        <a:p>
          <a:endParaRPr lang="en-US"/>
        </a:p>
      </dgm:t>
    </dgm:pt>
    <dgm:pt modelId="{DD08745C-B7B7-4D19-A974-7DDFF1041685}" type="sibTrans" cxnId="{A7A89CA9-ADAF-4BBB-9864-933340C4D720}">
      <dgm:prSet/>
      <dgm:spPr/>
      <dgm:t>
        <a:bodyPr/>
        <a:lstStyle/>
        <a:p>
          <a:endParaRPr lang="en-US"/>
        </a:p>
      </dgm:t>
    </dgm:pt>
    <dgm:pt modelId="{ECDA23B8-16E0-42BE-AE16-CB5FC6AC54FD}">
      <dgm:prSet/>
      <dgm:spPr/>
      <dgm:t>
        <a:bodyPr/>
        <a:lstStyle/>
        <a:p>
          <a:r>
            <a:rPr lang="es-ES"/>
            <a:t>• Integridad Fuerte: Claves primarias, foráneas, NOT NULL y restricciones CHECK de coherencia.</a:t>
          </a:r>
          <a:endParaRPr lang="en-US"/>
        </a:p>
      </dgm:t>
    </dgm:pt>
    <dgm:pt modelId="{0DAC47F9-D786-4958-B03D-2BCB915C1E5D}" type="parTrans" cxnId="{D47E0EEF-98B7-4373-9E84-C0896D651921}">
      <dgm:prSet/>
      <dgm:spPr/>
      <dgm:t>
        <a:bodyPr/>
        <a:lstStyle/>
        <a:p>
          <a:endParaRPr lang="en-US"/>
        </a:p>
      </dgm:t>
    </dgm:pt>
    <dgm:pt modelId="{D3BE7087-0677-43A9-A4AA-BE74F9ED0915}" type="sibTrans" cxnId="{D47E0EEF-98B7-4373-9E84-C0896D651921}">
      <dgm:prSet/>
      <dgm:spPr/>
      <dgm:t>
        <a:bodyPr/>
        <a:lstStyle/>
        <a:p>
          <a:endParaRPr lang="en-US"/>
        </a:p>
      </dgm:t>
    </dgm:pt>
    <dgm:pt modelId="{079D5A63-7862-4256-B883-0FCBA7AE1D43}">
      <dgm:prSet/>
      <dgm:spPr/>
      <dgm:t>
        <a:bodyPr/>
        <a:lstStyle/>
        <a:p>
          <a:r>
            <a:rPr lang="es-ES"/>
            <a:t>• Trigger trg_valoracion_puntos: Bonificación automática de +50 puntos al cliente por reseña.</a:t>
          </a:r>
          <a:endParaRPr lang="en-US"/>
        </a:p>
      </dgm:t>
    </dgm:pt>
    <dgm:pt modelId="{89FA9F92-9D08-4F56-9092-297706332C67}" type="parTrans" cxnId="{74D428F6-F3E6-48B1-B2CA-D9841BBF95E8}">
      <dgm:prSet/>
      <dgm:spPr/>
      <dgm:t>
        <a:bodyPr/>
        <a:lstStyle/>
        <a:p>
          <a:endParaRPr lang="en-US"/>
        </a:p>
      </dgm:t>
    </dgm:pt>
    <dgm:pt modelId="{E17E613A-6D77-4A87-87FA-DCB8076FB679}" type="sibTrans" cxnId="{74D428F6-F3E6-48B1-B2CA-D9841BBF95E8}">
      <dgm:prSet/>
      <dgm:spPr/>
      <dgm:t>
        <a:bodyPr/>
        <a:lstStyle/>
        <a:p>
          <a:endParaRPr lang="en-US"/>
        </a:p>
      </dgm:t>
    </dgm:pt>
    <dgm:pt modelId="{6ED33DEC-B009-4135-B4C8-9CF0630968AC}">
      <dgm:prSet/>
      <dgm:spPr/>
      <dgm:t>
        <a:bodyPr/>
        <a:lstStyle/>
        <a:p>
          <a:r>
            <a:rPr lang="es-ES"/>
            <a:t>• Trigger trg_valoracion_promedio: Recálculo automático del promedio de satisfacción del local.</a:t>
          </a:r>
          <a:endParaRPr lang="en-US"/>
        </a:p>
      </dgm:t>
    </dgm:pt>
    <dgm:pt modelId="{845BF1EE-DBEC-409C-A56A-A5DAB0150DEC}" type="parTrans" cxnId="{85AE4B84-DF2C-43DA-BA8D-84F39A0AD06C}">
      <dgm:prSet/>
      <dgm:spPr/>
      <dgm:t>
        <a:bodyPr/>
        <a:lstStyle/>
        <a:p>
          <a:endParaRPr lang="en-US"/>
        </a:p>
      </dgm:t>
    </dgm:pt>
    <dgm:pt modelId="{3C337943-820C-4D08-B618-C18C4FC01237}" type="sibTrans" cxnId="{85AE4B84-DF2C-43DA-BA8D-84F39A0AD06C}">
      <dgm:prSet/>
      <dgm:spPr/>
      <dgm:t>
        <a:bodyPr/>
        <a:lstStyle/>
        <a:p>
          <a:endParaRPr lang="en-US"/>
        </a:p>
      </dgm:t>
    </dgm:pt>
    <dgm:pt modelId="{01E86D95-9D07-45C4-B1C4-5E12FAC214F7}">
      <dgm:prSet/>
      <dgm:spPr/>
      <dgm:t>
        <a:bodyPr/>
        <a:lstStyle/>
        <a:p>
          <a:r>
            <a:rPr lang="es-ES"/>
            <a:t>• Trigger trg_local_actualizado: Registro de marca temporal ante cambios de apertura o espera.</a:t>
          </a:r>
          <a:endParaRPr lang="en-US"/>
        </a:p>
      </dgm:t>
    </dgm:pt>
    <dgm:pt modelId="{ED58A10D-1310-4D80-BE23-A19F93F7B2F1}" type="parTrans" cxnId="{60C7E112-BF99-4B37-9755-FC5C9BC93FF1}">
      <dgm:prSet/>
      <dgm:spPr/>
      <dgm:t>
        <a:bodyPr/>
        <a:lstStyle/>
        <a:p>
          <a:endParaRPr lang="en-US"/>
        </a:p>
      </dgm:t>
    </dgm:pt>
    <dgm:pt modelId="{5E5EF5A2-52BC-4D60-AC07-A67FC9D756EB}" type="sibTrans" cxnId="{60C7E112-BF99-4B37-9755-FC5C9BC93FF1}">
      <dgm:prSet/>
      <dgm:spPr/>
      <dgm:t>
        <a:bodyPr/>
        <a:lstStyle/>
        <a:p>
          <a:endParaRPr lang="en-US"/>
        </a:p>
      </dgm:t>
    </dgm:pt>
    <dgm:pt modelId="{E41DB1A8-9B8C-4113-BEA2-51C2A524AE6A}">
      <dgm:prSet/>
      <dgm:spPr/>
      <dgm:t>
        <a:bodyPr/>
        <a:lstStyle/>
        <a:p>
          <a:r>
            <a:rPr lang="es-ES"/>
            <a:t>• Transacción Atómica: Descuento de puntos y generación de cupón único como unidad indivisible.</a:t>
          </a:r>
          <a:endParaRPr lang="en-US"/>
        </a:p>
      </dgm:t>
    </dgm:pt>
    <dgm:pt modelId="{495B5232-D9E3-4450-8877-00BA7875E049}" type="parTrans" cxnId="{1E960127-6EAC-417C-A74B-4C1C04EE75E8}">
      <dgm:prSet/>
      <dgm:spPr/>
      <dgm:t>
        <a:bodyPr/>
        <a:lstStyle/>
        <a:p>
          <a:endParaRPr lang="en-US"/>
        </a:p>
      </dgm:t>
    </dgm:pt>
    <dgm:pt modelId="{BC20F0D6-199E-4E9B-AD6E-3E6FCC543B81}" type="sibTrans" cxnId="{1E960127-6EAC-417C-A74B-4C1C04EE75E8}">
      <dgm:prSet/>
      <dgm:spPr/>
      <dgm:t>
        <a:bodyPr/>
        <a:lstStyle/>
        <a:p>
          <a:endParaRPr lang="en-US"/>
        </a:p>
      </dgm:t>
    </dgm:pt>
    <dgm:pt modelId="{B6B3C37B-11F4-41D6-9D78-764A4FB917EA}" type="pres">
      <dgm:prSet presAssocID="{CEBA50AD-1CA0-4B45-9B9F-A8E306FC2546}" presName="linear" presStyleCnt="0">
        <dgm:presLayoutVars>
          <dgm:animLvl val="lvl"/>
          <dgm:resizeHandles val="exact"/>
        </dgm:presLayoutVars>
      </dgm:prSet>
      <dgm:spPr/>
    </dgm:pt>
    <dgm:pt modelId="{4B6811D1-C571-46C5-B2D6-9B1EB1465869}" type="pres">
      <dgm:prSet presAssocID="{E91810A4-5FEA-4F54-A998-5A564B2FE5D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9E4AD8B-572A-4185-94AD-AE1FD2901668}" type="pres">
      <dgm:prSet presAssocID="{DD08745C-B7B7-4D19-A974-7DDFF1041685}" presName="spacer" presStyleCnt="0"/>
      <dgm:spPr/>
    </dgm:pt>
    <dgm:pt modelId="{36E72A51-80CF-4F5A-A1AD-1DD0AEE4DB34}" type="pres">
      <dgm:prSet presAssocID="{ECDA23B8-16E0-42BE-AE16-CB5FC6AC54F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DD3B944-0698-4F0C-B097-D799D4AA3943}" type="pres">
      <dgm:prSet presAssocID="{D3BE7087-0677-43A9-A4AA-BE74F9ED0915}" presName="spacer" presStyleCnt="0"/>
      <dgm:spPr/>
    </dgm:pt>
    <dgm:pt modelId="{B1FECEE1-1D1E-4C9C-BDAC-CFBC16A53457}" type="pres">
      <dgm:prSet presAssocID="{079D5A63-7862-4256-B883-0FCBA7AE1D4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EC32D27-9C4A-49A3-8CB2-235FAB8ACB65}" type="pres">
      <dgm:prSet presAssocID="{E17E613A-6D77-4A87-87FA-DCB8076FB679}" presName="spacer" presStyleCnt="0"/>
      <dgm:spPr/>
    </dgm:pt>
    <dgm:pt modelId="{BB1E2B0C-5814-4ECF-8D49-824B8F136BC6}" type="pres">
      <dgm:prSet presAssocID="{6ED33DEC-B009-4135-B4C8-9CF0630968A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72D92E8-47AA-4FA5-9907-E1C14AE5BBB9}" type="pres">
      <dgm:prSet presAssocID="{3C337943-820C-4D08-B618-C18C4FC01237}" presName="spacer" presStyleCnt="0"/>
      <dgm:spPr/>
    </dgm:pt>
    <dgm:pt modelId="{AF9D3027-88B8-40CD-B55B-9215D9086381}" type="pres">
      <dgm:prSet presAssocID="{01E86D95-9D07-45C4-B1C4-5E12FAC214F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0A28980-3D9D-42BA-B365-B00CD2229D02}" type="pres">
      <dgm:prSet presAssocID="{5E5EF5A2-52BC-4D60-AC07-A67FC9D756EB}" presName="spacer" presStyleCnt="0"/>
      <dgm:spPr/>
    </dgm:pt>
    <dgm:pt modelId="{9EC3BB8F-7F6F-4817-A8ED-216E652CBF5D}" type="pres">
      <dgm:prSet presAssocID="{E41DB1A8-9B8C-4113-BEA2-51C2A524AE6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00F7511-5A48-4997-B21C-2EC5046C0FD9}" type="presOf" srcId="{01E86D95-9D07-45C4-B1C4-5E12FAC214F7}" destId="{AF9D3027-88B8-40CD-B55B-9215D9086381}" srcOrd="0" destOrd="0" presId="urn:microsoft.com/office/officeart/2005/8/layout/vList2"/>
    <dgm:cxn modelId="{60C7E112-BF99-4B37-9755-FC5C9BC93FF1}" srcId="{CEBA50AD-1CA0-4B45-9B9F-A8E306FC2546}" destId="{01E86D95-9D07-45C4-B1C4-5E12FAC214F7}" srcOrd="4" destOrd="0" parTransId="{ED58A10D-1310-4D80-BE23-A19F93F7B2F1}" sibTransId="{5E5EF5A2-52BC-4D60-AC07-A67FC9D756EB}"/>
    <dgm:cxn modelId="{CBFC7C25-8E30-459E-9E83-D278295D4D19}" type="presOf" srcId="{ECDA23B8-16E0-42BE-AE16-CB5FC6AC54FD}" destId="{36E72A51-80CF-4F5A-A1AD-1DD0AEE4DB34}" srcOrd="0" destOrd="0" presId="urn:microsoft.com/office/officeart/2005/8/layout/vList2"/>
    <dgm:cxn modelId="{1E960127-6EAC-417C-A74B-4C1C04EE75E8}" srcId="{CEBA50AD-1CA0-4B45-9B9F-A8E306FC2546}" destId="{E41DB1A8-9B8C-4113-BEA2-51C2A524AE6A}" srcOrd="5" destOrd="0" parTransId="{495B5232-D9E3-4450-8877-00BA7875E049}" sibTransId="{BC20F0D6-199E-4E9B-AD6E-3E6FCC543B81}"/>
    <dgm:cxn modelId="{852EBE30-4A6F-4568-997D-873C8442204A}" type="presOf" srcId="{6ED33DEC-B009-4135-B4C8-9CF0630968AC}" destId="{BB1E2B0C-5814-4ECF-8D49-824B8F136BC6}" srcOrd="0" destOrd="0" presId="urn:microsoft.com/office/officeart/2005/8/layout/vList2"/>
    <dgm:cxn modelId="{9713C85C-FBFD-4DDB-BEAB-B0A32960E4E8}" type="presOf" srcId="{E91810A4-5FEA-4F54-A998-5A564B2FE5D1}" destId="{4B6811D1-C571-46C5-B2D6-9B1EB1465869}" srcOrd="0" destOrd="0" presId="urn:microsoft.com/office/officeart/2005/8/layout/vList2"/>
    <dgm:cxn modelId="{1492E16B-5668-48F6-938C-A223F04077DF}" type="presOf" srcId="{CEBA50AD-1CA0-4B45-9B9F-A8E306FC2546}" destId="{B6B3C37B-11F4-41D6-9D78-764A4FB917EA}" srcOrd="0" destOrd="0" presId="urn:microsoft.com/office/officeart/2005/8/layout/vList2"/>
    <dgm:cxn modelId="{85AE4B84-DF2C-43DA-BA8D-84F39A0AD06C}" srcId="{CEBA50AD-1CA0-4B45-9B9F-A8E306FC2546}" destId="{6ED33DEC-B009-4135-B4C8-9CF0630968AC}" srcOrd="3" destOrd="0" parTransId="{845BF1EE-DBEC-409C-A56A-A5DAB0150DEC}" sibTransId="{3C337943-820C-4D08-B618-C18C4FC01237}"/>
    <dgm:cxn modelId="{A7FB399E-2F35-4060-942A-67B7718181E9}" type="presOf" srcId="{079D5A63-7862-4256-B883-0FCBA7AE1D43}" destId="{B1FECEE1-1D1E-4C9C-BDAC-CFBC16A53457}" srcOrd="0" destOrd="0" presId="urn:microsoft.com/office/officeart/2005/8/layout/vList2"/>
    <dgm:cxn modelId="{A7A89CA9-ADAF-4BBB-9864-933340C4D720}" srcId="{CEBA50AD-1CA0-4B45-9B9F-A8E306FC2546}" destId="{E91810A4-5FEA-4F54-A998-5A564B2FE5D1}" srcOrd="0" destOrd="0" parTransId="{7A158591-E711-4E48-9555-CEB6DB9C799D}" sibTransId="{DD08745C-B7B7-4D19-A974-7DDFF1041685}"/>
    <dgm:cxn modelId="{7CD0B7C1-D850-437E-86BF-8DD6D23BED29}" type="presOf" srcId="{E41DB1A8-9B8C-4113-BEA2-51C2A524AE6A}" destId="{9EC3BB8F-7F6F-4817-A8ED-216E652CBF5D}" srcOrd="0" destOrd="0" presId="urn:microsoft.com/office/officeart/2005/8/layout/vList2"/>
    <dgm:cxn modelId="{D47E0EEF-98B7-4373-9E84-C0896D651921}" srcId="{CEBA50AD-1CA0-4B45-9B9F-A8E306FC2546}" destId="{ECDA23B8-16E0-42BE-AE16-CB5FC6AC54FD}" srcOrd="1" destOrd="0" parTransId="{0DAC47F9-D786-4958-B03D-2BCB915C1E5D}" sibTransId="{D3BE7087-0677-43A9-A4AA-BE74F9ED0915}"/>
    <dgm:cxn modelId="{74D428F6-F3E6-48B1-B2CA-D9841BBF95E8}" srcId="{CEBA50AD-1CA0-4B45-9B9F-A8E306FC2546}" destId="{079D5A63-7862-4256-B883-0FCBA7AE1D43}" srcOrd="2" destOrd="0" parTransId="{89FA9F92-9D08-4F56-9092-297706332C67}" sibTransId="{E17E613A-6D77-4A87-87FA-DCB8076FB679}"/>
    <dgm:cxn modelId="{48E9A37F-3BDF-4955-BCC7-89184E1D7BFE}" type="presParOf" srcId="{B6B3C37B-11F4-41D6-9D78-764A4FB917EA}" destId="{4B6811D1-C571-46C5-B2D6-9B1EB1465869}" srcOrd="0" destOrd="0" presId="urn:microsoft.com/office/officeart/2005/8/layout/vList2"/>
    <dgm:cxn modelId="{0307DF20-2B3D-4521-85BB-69F18750BB2C}" type="presParOf" srcId="{B6B3C37B-11F4-41D6-9D78-764A4FB917EA}" destId="{69E4AD8B-572A-4185-94AD-AE1FD2901668}" srcOrd="1" destOrd="0" presId="urn:microsoft.com/office/officeart/2005/8/layout/vList2"/>
    <dgm:cxn modelId="{E3B2774E-DFC4-4014-9167-27138F5C99E0}" type="presParOf" srcId="{B6B3C37B-11F4-41D6-9D78-764A4FB917EA}" destId="{36E72A51-80CF-4F5A-A1AD-1DD0AEE4DB34}" srcOrd="2" destOrd="0" presId="urn:microsoft.com/office/officeart/2005/8/layout/vList2"/>
    <dgm:cxn modelId="{15342E19-9A27-476E-9602-C64045B9967A}" type="presParOf" srcId="{B6B3C37B-11F4-41D6-9D78-764A4FB917EA}" destId="{BDD3B944-0698-4F0C-B097-D799D4AA3943}" srcOrd="3" destOrd="0" presId="urn:microsoft.com/office/officeart/2005/8/layout/vList2"/>
    <dgm:cxn modelId="{D971E28C-81B6-4987-9A76-C331AE3A4C52}" type="presParOf" srcId="{B6B3C37B-11F4-41D6-9D78-764A4FB917EA}" destId="{B1FECEE1-1D1E-4C9C-BDAC-CFBC16A53457}" srcOrd="4" destOrd="0" presId="urn:microsoft.com/office/officeart/2005/8/layout/vList2"/>
    <dgm:cxn modelId="{FA4C361D-0869-4239-AECA-7BC1DF81EC52}" type="presParOf" srcId="{B6B3C37B-11F4-41D6-9D78-764A4FB917EA}" destId="{CEC32D27-9C4A-49A3-8CB2-235FAB8ACB65}" srcOrd="5" destOrd="0" presId="urn:microsoft.com/office/officeart/2005/8/layout/vList2"/>
    <dgm:cxn modelId="{B88330AE-745C-4C1D-8C84-8FE4032A09B7}" type="presParOf" srcId="{B6B3C37B-11F4-41D6-9D78-764A4FB917EA}" destId="{BB1E2B0C-5814-4ECF-8D49-824B8F136BC6}" srcOrd="6" destOrd="0" presId="urn:microsoft.com/office/officeart/2005/8/layout/vList2"/>
    <dgm:cxn modelId="{94004E45-7CE0-4467-97CD-32C2B8F056E6}" type="presParOf" srcId="{B6B3C37B-11F4-41D6-9D78-764A4FB917EA}" destId="{372D92E8-47AA-4FA5-9907-E1C14AE5BBB9}" srcOrd="7" destOrd="0" presId="urn:microsoft.com/office/officeart/2005/8/layout/vList2"/>
    <dgm:cxn modelId="{9D00C6EA-71BC-4054-A797-7E5F060DB12B}" type="presParOf" srcId="{B6B3C37B-11F4-41D6-9D78-764A4FB917EA}" destId="{AF9D3027-88B8-40CD-B55B-9215D9086381}" srcOrd="8" destOrd="0" presId="urn:microsoft.com/office/officeart/2005/8/layout/vList2"/>
    <dgm:cxn modelId="{FC16B316-07F9-40A4-8109-8303E5423A3B}" type="presParOf" srcId="{B6B3C37B-11F4-41D6-9D78-764A4FB917EA}" destId="{50A28980-3D9D-42BA-B365-B00CD2229D02}" srcOrd="9" destOrd="0" presId="urn:microsoft.com/office/officeart/2005/8/layout/vList2"/>
    <dgm:cxn modelId="{811682F0-6B6F-4B85-93F4-0F7555EC5A03}" type="presParOf" srcId="{B6B3C37B-11F4-41D6-9D78-764A4FB917EA}" destId="{9EC3BB8F-7F6F-4817-A8ED-216E652CBF5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E17A82-E223-496A-B4E3-19BD3F807579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E39AF02-91B5-4CD8-9779-C1D67D4DD639}">
      <dgm:prSet/>
      <dgm:spPr/>
      <dgm:t>
        <a:bodyPr/>
        <a:lstStyle/>
        <a:p>
          <a:r>
            <a:rPr lang="es-ES"/>
            <a:t>• Cumplimiento Total: 100% de historias y 420 puntos completados en 9 semanas sin deuda técnica.</a:t>
          </a:r>
          <a:endParaRPr lang="en-US"/>
        </a:p>
      </dgm:t>
    </dgm:pt>
    <dgm:pt modelId="{23E2377C-EED8-4778-924B-5D8284899F2D}" type="parTrans" cxnId="{9CFBF871-AC17-4FA9-9D04-468F614D393D}">
      <dgm:prSet/>
      <dgm:spPr/>
      <dgm:t>
        <a:bodyPr/>
        <a:lstStyle/>
        <a:p>
          <a:endParaRPr lang="en-US"/>
        </a:p>
      </dgm:t>
    </dgm:pt>
    <dgm:pt modelId="{1E163A3E-2D54-4CAF-A46F-62478916F380}" type="sibTrans" cxnId="{9CFBF871-AC17-4FA9-9D04-468F614D393D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60B4D946-8F4A-4E4A-8ED7-17E625195B10}">
      <dgm:prSet/>
      <dgm:spPr/>
      <dgm:t>
        <a:bodyPr/>
        <a:lstStyle/>
        <a:p>
          <a:r>
            <a:rPr lang="es-ES"/>
            <a:t>• Perfil de Egreso: Validación integral de software seguro, bases de datos y requisitos como Analista Programador.</a:t>
          </a:r>
          <a:endParaRPr lang="en-US"/>
        </a:p>
      </dgm:t>
    </dgm:pt>
    <dgm:pt modelId="{4F08199C-0B04-4D3D-BE01-7AE169B5AB8D}" type="parTrans" cxnId="{9D3713BE-60B7-4D69-A9AA-9EFF6D29BFD5}">
      <dgm:prSet/>
      <dgm:spPr/>
      <dgm:t>
        <a:bodyPr/>
        <a:lstStyle/>
        <a:p>
          <a:endParaRPr lang="en-US"/>
        </a:p>
      </dgm:t>
    </dgm:pt>
    <dgm:pt modelId="{71C9209C-1E22-4A5C-8523-069314151899}" type="sibTrans" cxnId="{9D3713BE-60B7-4D69-A9AA-9EFF6D29BFD5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A3875062-3715-4683-871F-4BC02C46B21F}">
      <dgm:prSet/>
      <dgm:spPr/>
      <dgm:t>
        <a:bodyPr/>
        <a:lstStyle/>
        <a:p>
          <a:r>
            <a:rPr lang="es-ES" dirty="0"/>
            <a:t>• Impacto Real: Ecosistema digital soberano y libre de comisiones que apoya a la microempresa gastronómica.</a:t>
          </a:r>
          <a:endParaRPr lang="en-US" dirty="0"/>
        </a:p>
      </dgm:t>
    </dgm:pt>
    <dgm:pt modelId="{D4636700-0C48-4B56-B297-7AEFCC78F1B6}" type="parTrans" cxnId="{992083D7-7C92-43B2-AFE6-E066123C3730}">
      <dgm:prSet/>
      <dgm:spPr/>
      <dgm:t>
        <a:bodyPr/>
        <a:lstStyle/>
        <a:p>
          <a:endParaRPr lang="en-US"/>
        </a:p>
      </dgm:t>
    </dgm:pt>
    <dgm:pt modelId="{068753A8-87D7-43ED-9C5D-32EECB786A18}" type="sibTrans" cxnId="{992083D7-7C92-43B2-AFE6-E066123C3730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8425E195-AA68-4564-8B4C-4EBB07108A2C}" type="pres">
      <dgm:prSet presAssocID="{66E17A82-E223-496A-B4E3-19BD3F807579}" presName="Name0" presStyleCnt="0">
        <dgm:presLayoutVars>
          <dgm:animLvl val="lvl"/>
          <dgm:resizeHandles val="exact"/>
        </dgm:presLayoutVars>
      </dgm:prSet>
      <dgm:spPr/>
    </dgm:pt>
    <dgm:pt modelId="{676A6679-30E7-4E9F-82EC-B299A8C51E93}" type="pres">
      <dgm:prSet presAssocID="{AE39AF02-91B5-4CD8-9779-C1D67D4DD639}" presName="compositeNode" presStyleCnt="0">
        <dgm:presLayoutVars>
          <dgm:bulletEnabled val="1"/>
        </dgm:presLayoutVars>
      </dgm:prSet>
      <dgm:spPr/>
    </dgm:pt>
    <dgm:pt modelId="{BC5C77C7-5BCA-418B-9B31-A0FFD40A5D79}" type="pres">
      <dgm:prSet presAssocID="{AE39AF02-91B5-4CD8-9779-C1D67D4DD639}" presName="bgRect" presStyleLbl="alignNode1" presStyleIdx="0" presStyleCnt="3"/>
      <dgm:spPr/>
    </dgm:pt>
    <dgm:pt modelId="{59AA3AB4-B1B9-42FC-9458-3988A1B67E6D}" type="pres">
      <dgm:prSet presAssocID="{1E163A3E-2D54-4CAF-A46F-62478916F38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4CA15D87-06A8-45A9-87A0-8760B7E019FC}" type="pres">
      <dgm:prSet presAssocID="{AE39AF02-91B5-4CD8-9779-C1D67D4DD639}" presName="nodeRect" presStyleLbl="alignNode1" presStyleIdx="0" presStyleCnt="3">
        <dgm:presLayoutVars>
          <dgm:bulletEnabled val="1"/>
        </dgm:presLayoutVars>
      </dgm:prSet>
      <dgm:spPr/>
    </dgm:pt>
    <dgm:pt modelId="{99ED41C1-EB88-47FF-AF1A-08EF11B6DCEF}" type="pres">
      <dgm:prSet presAssocID="{1E163A3E-2D54-4CAF-A46F-62478916F380}" presName="sibTrans" presStyleCnt="0"/>
      <dgm:spPr/>
    </dgm:pt>
    <dgm:pt modelId="{0DBAEC93-8383-4F27-87DA-0E12816F457F}" type="pres">
      <dgm:prSet presAssocID="{60B4D946-8F4A-4E4A-8ED7-17E625195B10}" presName="compositeNode" presStyleCnt="0">
        <dgm:presLayoutVars>
          <dgm:bulletEnabled val="1"/>
        </dgm:presLayoutVars>
      </dgm:prSet>
      <dgm:spPr/>
    </dgm:pt>
    <dgm:pt modelId="{AF8C8FC6-C75A-4735-B0A3-75D6BA3AE3E6}" type="pres">
      <dgm:prSet presAssocID="{60B4D946-8F4A-4E4A-8ED7-17E625195B10}" presName="bgRect" presStyleLbl="alignNode1" presStyleIdx="1" presStyleCnt="3"/>
      <dgm:spPr/>
    </dgm:pt>
    <dgm:pt modelId="{4086D319-68AA-488F-9561-AD5FC1D57650}" type="pres">
      <dgm:prSet presAssocID="{71C9209C-1E22-4A5C-8523-069314151899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595CB13-49DB-4610-A17D-23A21D402DF4}" type="pres">
      <dgm:prSet presAssocID="{60B4D946-8F4A-4E4A-8ED7-17E625195B10}" presName="nodeRect" presStyleLbl="alignNode1" presStyleIdx="1" presStyleCnt="3">
        <dgm:presLayoutVars>
          <dgm:bulletEnabled val="1"/>
        </dgm:presLayoutVars>
      </dgm:prSet>
      <dgm:spPr/>
    </dgm:pt>
    <dgm:pt modelId="{9CBD648B-F1BC-4D23-9120-9D38290BB755}" type="pres">
      <dgm:prSet presAssocID="{71C9209C-1E22-4A5C-8523-069314151899}" presName="sibTrans" presStyleCnt="0"/>
      <dgm:spPr/>
    </dgm:pt>
    <dgm:pt modelId="{ED18B569-490E-4119-B9BC-8F49E3C693CC}" type="pres">
      <dgm:prSet presAssocID="{A3875062-3715-4683-871F-4BC02C46B21F}" presName="compositeNode" presStyleCnt="0">
        <dgm:presLayoutVars>
          <dgm:bulletEnabled val="1"/>
        </dgm:presLayoutVars>
      </dgm:prSet>
      <dgm:spPr/>
    </dgm:pt>
    <dgm:pt modelId="{24EFB3CD-1859-45FD-9AA5-08AC284B499E}" type="pres">
      <dgm:prSet presAssocID="{A3875062-3715-4683-871F-4BC02C46B21F}" presName="bgRect" presStyleLbl="alignNode1" presStyleIdx="2" presStyleCnt="3"/>
      <dgm:spPr/>
    </dgm:pt>
    <dgm:pt modelId="{562E4E32-9593-4DD6-879F-E066CDC00DD3}" type="pres">
      <dgm:prSet presAssocID="{068753A8-87D7-43ED-9C5D-32EECB786A18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82E20298-1B3A-4743-AC06-5A94DA0689E0}" type="pres">
      <dgm:prSet presAssocID="{A3875062-3715-4683-871F-4BC02C46B21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E06DFF0D-7C2D-475D-831A-E309E473B9FB}" type="presOf" srcId="{AE39AF02-91B5-4CD8-9779-C1D67D4DD639}" destId="{BC5C77C7-5BCA-418B-9B31-A0FFD40A5D79}" srcOrd="0" destOrd="0" presId="urn:microsoft.com/office/officeart/2016/7/layout/LinearBlockProcessNumbered"/>
    <dgm:cxn modelId="{0E2AFB31-2080-40A6-B15D-0FD091BA5561}" type="presOf" srcId="{068753A8-87D7-43ED-9C5D-32EECB786A18}" destId="{562E4E32-9593-4DD6-879F-E066CDC00DD3}" srcOrd="0" destOrd="0" presId="urn:microsoft.com/office/officeart/2016/7/layout/LinearBlockProcessNumbered"/>
    <dgm:cxn modelId="{C0851B32-FA10-4152-A5AD-6467974B5C76}" type="presOf" srcId="{1E163A3E-2D54-4CAF-A46F-62478916F380}" destId="{59AA3AB4-B1B9-42FC-9458-3988A1B67E6D}" srcOrd="0" destOrd="0" presId="urn:microsoft.com/office/officeart/2016/7/layout/LinearBlockProcessNumbered"/>
    <dgm:cxn modelId="{0334526A-C8F3-4989-8CB2-C706C84BB6E9}" type="presOf" srcId="{60B4D946-8F4A-4E4A-8ED7-17E625195B10}" destId="{2595CB13-49DB-4610-A17D-23A21D402DF4}" srcOrd="1" destOrd="0" presId="urn:microsoft.com/office/officeart/2016/7/layout/LinearBlockProcessNumbered"/>
    <dgm:cxn modelId="{9CFBF871-AC17-4FA9-9D04-468F614D393D}" srcId="{66E17A82-E223-496A-B4E3-19BD3F807579}" destId="{AE39AF02-91B5-4CD8-9779-C1D67D4DD639}" srcOrd="0" destOrd="0" parTransId="{23E2377C-EED8-4778-924B-5D8284899F2D}" sibTransId="{1E163A3E-2D54-4CAF-A46F-62478916F380}"/>
    <dgm:cxn modelId="{960AF07C-EA37-452E-8E6C-EA2F313B784A}" type="presOf" srcId="{71C9209C-1E22-4A5C-8523-069314151899}" destId="{4086D319-68AA-488F-9561-AD5FC1D57650}" srcOrd="0" destOrd="0" presId="urn:microsoft.com/office/officeart/2016/7/layout/LinearBlockProcessNumbered"/>
    <dgm:cxn modelId="{B06F6287-1868-46B0-9EA8-21D978EFCBE5}" type="presOf" srcId="{A3875062-3715-4683-871F-4BC02C46B21F}" destId="{24EFB3CD-1859-45FD-9AA5-08AC284B499E}" srcOrd="0" destOrd="0" presId="urn:microsoft.com/office/officeart/2016/7/layout/LinearBlockProcessNumbered"/>
    <dgm:cxn modelId="{2E823E92-F1A5-49C6-9BE9-776D544C51FD}" type="presOf" srcId="{60B4D946-8F4A-4E4A-8ED7-17E625195B10}" destId="{AF8C8FC6-C75A-4735-B0A3-75D6BA3AE3E6}" srcOrd="0" destOrd="0" presId="urn:microsoft.com/office/officeart/2016/7/layout/LinearBlockProcessNumbered"/>
    <dgm:cxn modelId="{AE2DB8AF-3F32-4100-9283-2C7A262D40B3}" type="presOf" srcId="{AE39AF02-91B5-4CD8-9779-C1D67D4DD639}" destId="{4CA15D87-06A8-45A9-87A0-8760B7E019FC}" srcOrd="1" destOrd="0" presId="urn:microsoft.com/office/officeart/2016/7/layout/LinearBlockProcessNumbered"/>
    <dgm:cxn modelId="{68CD1DB7-E761-4AD9-809B-D18E514BAB84}" type="presOf" srcId="{66E17A82-E223-496A-B4E3-19BD3F807579}" destId="{8425E195-AA68-4564-8B4C-4EBB07108A2C}" srcOrd="0" destOrd="0" presId="urn:microsoft.com/office/officeart/2016/7/layout/LinearBlockProcessNumbered"/>
    <dgm:cxn modelId="{9D3713BE-60B7-4D69-A9AA-9EFF6D29BFD5}" srcId="{66E17A82-E223-496A-B4E3-19BD3F807579}" destId="{60B4D946-8F4A-4E4A-8ED7-17E625195B10}" srcOrd="1" destOrd="0" parTransId="{4F08199C-0B04-4D3D-BE01-7AE169B5AB8D}" sibTransId="{71C9209C-1E22-4A5C-8523-069314151899}"/>
    <dgm:cxn modelId="{992083D7-7C92-43B2-AFE6-E066123C3730}" srcId="{66E17A82-E223-496A-B4E3-19BD3F807579}" destId="{A3875062-3715-4683-871F-4BC02C46B21F}" srcOrd="2" destOrd="0" parTransId="{D4636700-0C48-4B56-B297-7AEFCC78F1B6}" sibTransId="{068753A8-87D7-43ED-9C5D-32EECB786A18}"/>
    <dgm:cxn modelId="{F1C497F1-A028-4D09-B8DF-9A903DBC9D58}" type="presOf" srcId="{A3875062-3715-4683-871F-4BC02C46B21F}" destId="{82E20298-1B3A-4743-AC06-5A94DA0689E0}" srcOrd="1" destOrd="0" presId="urn:microsoft.com/office/officeart/2016/7/layout/LinearBlockProcessNumbered"/>
    <dgm:cxn modelId="{AEBB0DE0-F2B0-4D9A-800D-B8C86E5A0134}" type="presParOf" srcId="{8425E195-AA68-4564-8B4C-4EBB07108A2C}" destId="{676A6679-30E7-4E9F-82EC-B299A8C51E93}" srcOrd="0" destOrd="0" presId="urn:microsoft.com/office/officeart/2016/7/layout/LinearBlockProcessNumbered"/>
    <dgm:cxn modelId="{82474E16-E20C-4F37-8DEE-E9B5B7FFF516}" type="presParOf" srcId="{676A6679-30E7-4E9F-82EC-B299A8C51E93}" destId="{BC5C77C7-5BCA-418B-9B31-A0FFD40A5D79}" srcOrd="0" destOrd="0" presId="urn:microsoft.com/office/officeart/2016/7/layout/LinearBlockProcessNumbered"/>
    <dgm:cxn modelId="{0074FD1E-F5E7-4169-8E0D-C9E9D5BF56A0}" type="presParOf" srcId="{676A6679-30E7-4E9F-82EC-B299A8C51E93}" destId="{59AA3AB4-B1B9-42FC-9458-3988A1B67E6D}" srcOrd="1" destOrd="0" presId="urn:microsoft.com/office/officeart/2016/7/layout/LinearBlockProcessNumbered"/>
    <dgm:cxn modelId="{E07371F9-DC21-49D6-96C1-CFB74206366E}" type="presParOf" srcId="{676A6679-30E7-4E9F-82EC-B299A8C51E93}" destId="{4CA15D87-06A8-45A9-87A0-8760B7E019FC}" srcOrd="2" destOrd="0" presId="urn:microsoft.com/office/officeart/2016/7/layout/LinearBlockProcessNumbered"/>
    <dgm:cxn modelId="{3928192A-8EF5-4F06-810F-5B3CFF97240B}" type="presParOf" srcId="{8425E195-AA68-4564-8B4C-4EBB07108A2C}" destId="{99ED41C1-EB88-47FF-AF1A-08EF11B6DCEF}" srcOrd="1" destOrd="0" presId="urn:microsoft.com/office/officeart/2016/7/layout/LinearBlockProcessNumbered"/>
    <dgm:cxn modelId="{69EA3222-B9F6-41D6-AB22-767F3B700A3F}" type="presParOf" srcId="{8425E195-AA68-4564-8B4C-4EBB07108A2C}" destId="{0DBAEC93-8383-4F27-87DA-0E12816F457F}" srcOrd="2" destOrd="0" presId="urn:microsoft.com/office/officeart/2016/7/layout/LinearBlockProcessNumbered"/>
    <dgm:cxn modelId="{FACD8BB9-5A3D-4468-A1C5-F876A604D094}" type="presParOf" srcId="{0DBAEC93-8383-4F27-87DA-0E12816F457F}" destId="{AF8C8FC6-C75A-4735-B0A3-75D6BA3AE3E6}" srcOrd="0" destOrd="0" presId="urn:microsoft.com/office/officeart/2016/7/layout/LinearBlockProcessNumbered"/>
    <dgm:cxn modelId="{1899ABB3-4E6F-4A13-BD43-8C76A28E0EC3}" type="presParOf" srcId="{0DBAEC93-8383-4F27-87DA-0E12816F457F}" destId="{4086D319-68AA-488F-9561-AD5FC1D57650}" srcOrd="1" destOrd="0" presId="urn:microsoft.com/office/officeart/2016/7/layout/LinearBlockProcessNumbered"/>
    <dgm:cxn modelId="{6BFCD7D5-784C-4A39-B869-C1B91CD7443E}" type="presParOf" srcId="{0DBAEC93-8383-4F27-87DA-0E12816F457F}" destId="{2595CB13-49DB-4610-A17D-23A21D402DF4}" srcOrd="2" destOrd="0" presId="urn:microsoft.com/office/officeart/2016/7/layout/LinearBlockProcessNumbered"/>
    <dgm:cxn modelId="{6F1DD2FE-0ABD-47D0-9D50-C307702AEE71}" type="presParOf" srcId="{8425E195-AA68-4564-8B4C-4EBB07108A2C}" destId="{9CBD648B-F1BC-4D23-9120-9D38290BB755}" srcOrd="3" destOrd="0" presId="urn:microsoft.com/office/officeart/2016/7/layout/LinearBlockProcessNumbered"/>
    <dgm:cxn modelId="{E2CEA659-858E-4FB7-A9DB-7412C44EA83C}" type="presParOf" srcId="{8425E195-AA68-4564-8B4C-4EBB07108A2C}" destId="{ED18B569-490E-4119-B9BC-8F49E3C693CC}" srcOrd="4" destOrd="0" presId="urn:microsoft.com/office/officeart/2016/7/layout/LinearBlockProcessNumbered"/>
    <dgm:cxn modelId="{5059C1CC-2948-4246-946D-3E3472CF6806}" type="presParOf" srcId="{ED18B569-490E-4119-B9BC-8F49E3C693CC}" destId="{24EFB3CD-1859-45FD-9AA5-08AC284B499E}" srcOrd="0" destOrd="0" presId="urn:microsoft.com/office/officeart/2016/7/layout/LinearBlockProcessNumbered"/>
    <dgm:cxn modelId="{2244DB9F-7E77-4B90-91A0-44D7D4059337}" type="presParOf" srcId="{ED18B569-490E-4119-B9BC-8F49E3C693CC}" destId="{562E4E32-9593-4DD6-879F-E066CDC00DD3}" srcOrd="1" destOrd="0" presId="urn:microsoft.com/office/officeart/2016/7/layout/LinearBlockProcessNumbered"/>
    <dgm:cxn modelId="{04192BCF-3867-443D-815E-A6BF358AD01F}" type="presParOf" srcId="{ED18B569-490E-4119-B9BC-8F49E3C693CC}" destId="{82E20298-1B3A-4743-AC06-5A94DA0689E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B996D2-292C-4354-8801-164B17388E6A}">
      <dsp:nvSpPr>
        <dsp:cNvPr id="0" name=""/>
        <dsp:cNvSpPr/>
      </dsp:nvSpPr>
      <dsp:spPr>
        <a:xfrm>
          <a:off x="0" y="2277"/>
          <a:ext cx="5878512" cy="11540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0DC46-3B22-49B1-932E-3B2B4F20EBCD}">
      <dsp:nvSpPr>
        <dsp:cNvPr id="0" name=""/>
        <dsp:cNvSpPr/>
      </dsp:nvSpPr>
      <dsp:spPr>
        <a:xfrm>
          <a:off x="349107" y="261943"/>
          <a:ext cx="634740" cy="6347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79909-B1C9-4B51-A789-6B2FAA80B3DF}">
      <dsp:nvSpPr>
        <dsp:cNvPr id="0" name=""/>
        <dsp:cNvSpPr/>
      </dsp:nvSpPr>
      <dsp:spPr>
        <a:xfrm>
          <a:off x="1332954" y="2277"/>
          <a:ext cx="4545557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• Concepto: Solución multiplataforma híbrida (Web y Móvil) para compras gastronómicas directas.</a:t>
          </a:r>
          <a:endParaRPr lang="en-US" sz="2000" kern="1200"/>
        </a:p>
      </dsp:txBody>
      <dsp:txXfrm>
        <a:off x="1332954" y="2277"/>
        <a:ext cx="4545557" cy="1154072"/>
      </dsp:txXfrm>
    </dsp:sp>
    <dsp:sp modelId="{EF8D2BA7-6A7E-4322-AB63-BAE50BB704AA}">
      <dsp:nvSpPr>
        <dsp:cNvPr id="0" name=""/>
        <dsp:cNvSpPr/>
      </dsp:nvSpPr>
      <dsp:spPr>
        <a:xfrm>
          <a:off x="0" y="1444868"/>
          <a:ext cx="5878512" cy="11540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C4CA9-1F13-435C-B9ED-FAB9CB8126DD}">
      <dsp:nvSpPr>
        <dsp:cNvPr id="0" name=""/>
        <dsp:cNvSpPr/>
      </dsp:nvSpPr>
      <dsp:spPr>
        <a:xfrm>
          <a:off x="349107" y="1704534"/>
          <a:ext cx="634740" cy="6347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CE268-15A0-46D9-A7F8-E1B442A9D1FB}">
      <dsp:nvSpPr>
        <dsp:cNvPr id="0" name=""/>
        <dsp:cNvSpPr/>
      </dsp:nvSpPr>
      <dsp:spPr>
        <a:xfrm>
          <a:off x="1332954" y="1444868"/>
          <a:ext cx="4545557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• Pilar 1 (Live Status): Mapa interactivo donde solo figuran locales que atienden al minuto exacto.</a:t>
          </a:r>
          <a:endParaRPr lang="en-US" sz="2000" kern="1200"/>
        </a:p>
      </dsp:txBody>
      <dsp:txXfrm>
        <a:off x="1332954" y="1444868"/>
        <a:ext cx="4545557" cy="1154072"/>
      </dsp:txXfrm>
    </dsp:sp>
    <dsp:sp modelId="{EFB3BD32-C96C-4919-A9B5-8A8D26CF0E12}">
      <dsp:nvSpPr>
        <dsp:cNvPr id="0" name=""/>
        <dsp:cNvSpPr/>
      </dsp:nvSpPr>
      <dsp:spPr>
        <a:xfrm>
          <a:off x="0" y="2887459"/>
          <a:ext cx="5878512" cy="11540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FE44C5-5310-4DE8-84E1-E1988F39878E}">
      <dsp:nvSpPr>
        <dsp:cNvPr id="0" name=""/>
        <dsp:cNvSpPr/>
      </dsp:nvSpPr>
      <dsp:spPr>
        <a:xfrm>
          <a:off x="349107" y="3147125"/>
          <a:ext cx="634740" cy="6347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FA217-540F-4CDF-87C4-A8F77472ABD5}">
      <dsp:nvSpPr>
        <dsp:cNvPr id="0" name=""/>
        <dsp:cNvSpPr/>
      </dsp:nvSpPr>
      <dsp:spPr>
        <a:xfrm>
          <a:off x="1332954" y="2887459"/>
          <a:ext cx="4545557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• Pilar 2 (Cartas Dinámicas): Consulta inmediata de productos, precios en CLP y stock disponible.</a:t>
          </a:r>
          <a:endParaRPr lang="en-US" sz="2000" kern="1200"/>
        </a:p>
      </dsp:txBody>
      <dsp:txXfrm>
        <a:off x="1332954" y="2887459"/>
        <a:ext cx="4545557" cy="1154072"/>
      </dsp:txXfrm>
    </dsp:sp>
    <dsp:sp modelId="{168DF089-70BF-4821-8918-631C374FD7D7}">
      <dsp:nvSpPr>
        <dsp:cNvPr id="0" name=""/>
        <dsp:cNvSpPr/>
      </dsp:nvSpPr>
      <dsp:spPr>
        <a:xfrm>
          <a:off x="0" y="4330050"/>
          <a:ext cx="5878512" cy="11540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B5D690-9161-46C6-A15E-BB3592C3FB33}">
      <dsp:nvSpPr>
        <dsp:cNvPr id="0" name=""/>
        <dsp:cNvSpPr/>
      </dsp:nvSpPr>
      <dsp:spPr>
        <a:xfrm>
          <a:off x="349107" y="4589716"/>
          <a:ext cx="634740" cy="63474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A88B4-BACD-412F-8DF3-3F1E64705914}">
      <dsp:nvSpPr>
        <dsp:cNvPr id="0" name=""/>
        <dsp:cNvSpPr/>
      </dsp:nvSpPr>
      <dsp:spPr>
        <a:xfrm>
          <a:off x="1332954" y="4330050"/>
          <a:ext cx="4545557" cy="1154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39" tIns="122139" rIns="122139" bIns="12213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• Pilar 3 (Gamificación): Reseñas que bonifican 50 puntos acumulables para canje de cupones en caja.</a:t>
          </a:r>
          <a:endParaRPr lang="en-US" sz="2000" kern="1200" dirty="0"/>
        </a:p>
      </dsp:txBody>
      <dsp:txXfrm>
        <a:off x="1332954" y="4330050"/>
        <a:ext cx="4545557" cy="11540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41DCE-B93E-43D8-A276-F9CC4774F582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• Factibilidad Temporal: 9 semanas lectivas (90 horas formales) en 2 Sprints ágiles de 10 días hábiles.</a:t>
          </a:r>
          <a:endParaRPr lang="en-US" sz="2300" kern="1200"/>
        </a:p>
      </dsp:txBody>
      <dsp:txXfrm>
        <a:off x="1748064" y="2975"/>
        <a:ext cx="3342605" cy="2005563"/>
      </dsp:txXfrm>
    </dsp:sp>
    <dsp:sp modelId="{965E7FB9-3C6B-4777-BE08-D00C1143F2EF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• Recursos y Stack: Tecnologías estándar libres de licencia: Ionic, Angular, SQLite, Leaflet y GitHub.</a:t>
          </a:r>
          <a:endParaRPr lang="en-US" sz="2300" kern="1200"/>
        </a:p>
      </dsp:txBody>
      <dsp:txXfrm>
        <a:off x="5424930" y="2975"/>
        <a:ext cx="3342605" cy="2005563"/>
      </dsp:txXfrm>
    </dsp:sp>
    <dsp:sp modelId="{A5D59CFB-3BAB-45DB-9806-2EB4BC41D738}">
      <dsp:nvSpPr>
        <dsp:cNvPr id="0" name=""/>
        <dsp:cNvSpPr/>
      </dsp:nvSpPr>
      <dsp:spPr>
        <a:xfrm>
          <a:off x="1748064" y="2342799"/>
          <a:ext cx="3342605" cy="2005563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• Facilitadores: Dominio de la malla académica y disponibilidad de emuladores para pruebas locales.</a:t>
          </a:r>
          <a:endParaRPr lang="en-US" sz="2300" kern="1200"/>
        </a:p>
      </dsp:txBody>
      <dsp:txXfrm>
        <a:off x="1748064" y="2342799"/>
        <a:ext cx="3342605" cy="2005563"/>
      </dsp:txXfrm>
    </dsp:sp>
    <dsp:sp modelId="{E1E13AC8-5E0F-4B20-8ACF-4D1E8904F46F}">
      <dsp:nvSpPr>
        <dsp:cNvPr id="0" name=""/>
        <dsp:cNvSpPr/>
      </dsp:nvSpPr>
      <dsp:spPr>
        <a:xfrm>
          <a:off x="5424930" y="2342799"/>
          <a:ext cx="3342605" cy="200556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• Obstaculizadores y Mitigación: Sobrecarga individual mitigada con MoSCoW; adaptadores de Storage web (IMP-01).</a:t>
          </a:r>
          <a:endParaRPr lang="en-US" sz="2300" kern="1200"/>
        </a:p>
      </dsp:txBody>
      <dsp:txXfrm>
        <a:off x="5424930" y="2342799"/>
        <a:ext cx="3342605" cy="2005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6B75B-B3A7-4A75-8119-AAD671E8D131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/>
            <a:t>• Marco Scrum Adaptado: Ciclo de vida en 3 fases: Planificación (S1-S3), Sprints (S4-S8) y Cierre (S9).</a:t>
          </a:r>
          <a:endParaRPr lang="en-US" sz="2200" kern="1200"/>
        </a:p>
      </dsp:txBody>
      <dsp:txXfrm>
        <a:off x="0" y="39687"/>
        <a:ext cx="3286125" cy="1971675"/>
      </dsp:txXfrm>
    </dsp:sp>
    <dsp:sp modelId="{246D4965-FD1A-4566-A2B9-4B90FC427A53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/>
            <a:t>• Ceremonias Ejecutadas: Sprint Planning, Daily Meetings, Sprint Reviews con demos y Retrospectives.</a:t>
          </a:r>
          <a:endParaRPr lang="en-US" sz="2200" kern="1200"/>
        </a:p>
      </dsp:txBody>
      <dsp:txXfrm>
        <a:off x="3614737" y="39687"/>
        <a:ext cx="3286125" cy="1971675"/>
      </dsp:txXfrm>
    </dsp:sp>
    <dsp:sp modelId="{09F83F86-E9CC-4E97-931D-C3D8F1D5D116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/>
            <a:t>• Product Owner (F. Melo): Priorización del valor de negocio y validación de historias terminadas.</a:t>
          </a:r>
          <a:endParaRPr lang="en-US" sz="2200" kern="1200"/>
        </a:p>
      </dsp:txBody>
      <dsp:txXfrm>
        <a:off x="7229475" y="39687"/>
        <a:ext cx="3286125" cy="1971675"/>
      </dsp:txXfrm>
    </dsp:sp>
    <dsp:sp modelId="{14F0ED38-AFF4-46B6-936E-89B82CF258DD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/>
            <a:t>• Scrum Master (F. Melo): Fiscalización del DoD, eliminación de bloqueos en Impediment Log y facilitación.</a:t>
          </a:r>
          <a:endParaRPr lang="en-US" sz="2200" kern="1200"/>
        </a:p>
      </dsp:txBody>
      <dsp:txXfrm>
        <a:off x="1807368" y="2339975"/>
        <a:ext cx="3286125" cy="1971675"/>
      </dsp:txXfrm>
    </dsp:sp>
    <dsp:sp modelId="{FAAC5964-4D02-4186-BAE7-4841731ADA2C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/>
            <a:t>• Dev Squad (F. Melo): Arquitectura, maquetación Ionic, lógica SQLite y pruebas de aseguramiento QA.</a:t>
          </a:r>
          <a:endParaRPr lang="en-US" sz="2200" kern="1200"/>
        </a:p>
      </dsp:txBody>
      <dsp:txXfrm>
        <a:off x="5422106" y="2339975"/>
        <a:ext cx="3286125" cy="19716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F4B54-702D-4771-96AE-9470106C9CE1}">
      <dsp:nvSpPr>
        <dsp:cNvPr id="0" name=""/>
        <dsp:cNvSpPr/>
      </dsp:nvSpPr>
      <dsp:spPr>
        <a:xfrm>
          <a:off x="0" y="0"/>
          <a:ext cx="8097012" cy="7832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2000" kern="1200"/>
            <a:t>• Semanas 1 a 3 (Fase 1): Especificación de requisitos (SRS), mapa de actores, C4 y diseño Figma.</a:t>
          </a:r>
          <a:endParaRPr lang="en-US" sz="2000" kern="1200"/>
        </a:p>
      </dsp:txBody>
      <dsp:txXfrm>
        <a:off x="22940" y="22940"/>
        <a:ext cx="7160195" cy="737360"/>
      </dsp:txXfrm>
    </dsp:sp>
    <dsp:sp modelId="{61C1A251-3D11-45A2-BD76-827FB3F2CD13}">
      <dsp:nvSpPr>
        <dsp:cNvPr id="0" name=""/>
        <dsp:cNvSpPr/>
      </dsp:nvSpPr>
      <dsp:spPr>
        <a:xfrm>
          <a:off x="604647" y="892024"/>
          <a:ext cx="8097012" cy="7832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2000" kern="1200"/>
            <a:t>• Semanas 4 a 6 (Sprint 1 · 140 pts): Persistencia relacional, autenticación segura y módulos CRUD.</a:t>
          </a:r>
          <a:endParaRPr lang="en-US" sz="2000" kern="1200"/>
        </a:p>
      </dsp:txBody>
      <dsp:txXfrm>
        <a:off x="627587" y="914964"/>
        <a:ext cx="6937378" cy="737360"/>
      </dsp:txXfrm>
    </dsp:sp>
    <dsp:sp modelId="{F2E971A4-1928-4E13-96FD-2608186433CB}">
      <dsp:nvSpPr>
        <dsp:cNvPr id="0" name=""/>
        <dsp:cNvSpPr/>
      </dsp:nvSpPr>
      <dsp:spPr>
        <a:xfrm>
          <a:off x="1209293" y="1784048"/>
          <a:ext cx="8097012" cy="7832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2000" kern="1200"/>
            <a:t>• Semanas 7 y 8 (Sprint 2 · 280 pts): Mapa Leaflet GPS, Live Status, cartas, cupones y reportería.</a:t>
          </a:r>
          <a:endParaRPr lang="en-US" sz="2000" kern="1200"/>
        </a:p>
      </dsp:txBody>
      <dsp:txXfrm>
        <a:off x="1232233" y="1806988"/>
        <a:ext cx="6937378" cy="737360"/>
      </dsp:txXfrm>
    </dsp:sp>
    <dsp:sp modelId="{B953F0D5-31FC-485F-B89E-1E6B23C8AC38}">
      <dsp:nvSpPr>
        <dsp:cNvPr id="0" name=""/>
        <dsp:cNvSpPr/>
      </dsp:nvSpPr>
      <dsp:spPr>
        <a:xfrm>
          <a:off x="1813940" y="2676072"/>
          <a:ext cx="8097012" cy="7832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2000" kern="1200"/>
            <a:t>• Semana 9 (EFT): Consolidación de 13 archivos oficiales, testing integral y defensa final.</a:t>
          </a:r>
          <a:endParaRPr lang="en-US" sz="2000" kern="1200"/>
        </a:p>
      </dsp:txBody>
      <dsp:txXfrm>
        <a:off x="1836880" y="2699012"/>
        <a:ext cx="6937378" cy="737360"/>
      </dsp:txXfrm>
    </dsp:sp>
    <dsp:sp modelId="{AE774FFE-481E-43F1-8D2F-CD8BD9B3D233}">
      <dsp:nvSpPr>
        <dsp:cNvPr id="0" name=""/>
        <dsp:cNvSpPr/>
      </dsp:nvSpPr>
      <dsp:spPr>
        <a:xfrm>
          <a:off x="2418587" y="3568097"/>
          <a:ext cx="8097012" cy="7832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2000" kern="1200"/>
            <a:t>• Stack Tecnológico: Ionic Framework, Angular, TypeScript, SQLite / IndexedDB, Leaflet API y GitHub.</a:t>
          </a:r>
          <a:endParaRPr lang="en-US" sz="2000" kern="1200"/>
        </a:p>
      </dsp:txBody>
      <dsp:txXfrm>
        <a:off x="2441527" y="3591037"/>
        <a:ext cx="6937378" cy="737360"/>
      </dsp:txXfrm>
    </dsp:sp>
    <dsp:sp modelId="{6CBECD02-AD54-42A1-9A90-E4C2E7FC5842}">
      <dsp:nvSpPr>
        <dsp:cNvPr id="0" name=""/>
        <dsp:cNvSpPr/>
      </dsp:nvSpPr>
      <dsp:spPr>
        <a:xfrm>
          <a:off x="7587905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702454" y="572200"/>
        <a:ext cx="280008" cy="383102"/>
      </dsp:txXfrm>
    </dsp:sp>
    <dsp:sp modelId="{304CDE0B-0F2C-43DB-89B1-82D62481732B}">
      <dsp:nvSpPr>
        <dsp:cNvPr id="0" name=""/>
        <dsp:cNvSpPr/>
      </dsp:nvSpPr>
      <dsp:spPr>
        <a:xfrm>
          <a:off x="8192552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07101" y="1464225"/>
        <a:ext cx="280008" cy="383102"/>
      </dsp:txXfrm>
    </dsp:sp>
    <dsp:sp modelId="{6BE05D07-4022-47F7-8343-237E9A629A36}">
      <dsp:nvSpPr>
        <dsp:cNvPr id="0" name=""/>
        <dsp:cNvSpPr/>
      </dsp:nvSpPr>
      <dsp:spPr>
        <a:xfrm>
          <a:off x="8797199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911748" y="2343195"/>
        <a:ext cx="280008" cy="383102"/>
      </dsp:txXfrm>
    </dsp:sp>
    <dsp:sp modelId="{9FC27C7B-5749-4406-80EF-8E98E5B85E5A}">
      <dsp:nvSpPr>
        <dsp:cNvPr id="0" name=""/>
        <dsp:cNvSpPr/>
      </dsp:nvSpPr>
      <dsp:spPr>
        <a:xfrm>
          <a:off x="9401846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516395" y="3243922"/>
        <a:ext cx="280008" cy="3831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811D1-C571-46C5-B2D6-9B1EB1465869}">
      <dsp:nvSpPr>
        <dsp:cNvPr id="0" name=""/>
        <dsp:cNvSpPr/>
      </dsp:nvSpPr>
      <dsp:spPr>
        <a:xfrm>
          <a:off x="0" y="24489"/>
          <a:ext cx="10515600" cy="676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• Entidades en 3FN: ROL, USUARIO, LOCAL, CATEGORIA_PRODUCTO, PRODUCTO, VALORACION y CUPON_CANJE.</a:t>
          </a:r>
          <a:endParaRPr lang="en-US" sz="1700" kern="1200"/>
        </a:p>
      </dsp:txBody>
      <dsp:txXfrm>
        <a:off x="33012" y="57501"/>
        <a:ext cx="10449576" cy="610236"/>
      </dsp:txXfrm>
    </dsp:sp>
    <dsp:sp modelId="{36E72A51-80CF-4F5A-A1AD-1DD0AEE4DB34}">
      <dsp:nvSpPr>
        <dsp:cNvPr id="0" name=""/>
        <dsp:cNvSpPr/>
      </dsp:nvSpPr>
      <dsp:spPr>
        <a:xfrm>
          <a:off x="0" y="749709"/>
          <a:ext cx="10515600" cy="6762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• Integridad Fuerte: Claves primarias, foráneas, NOT NULL y restricciones CHECK de coherencia.</a:t>
          </a:r>
          <a:endParaRPr lang="en-US" sz="1700" kern="1200"/>
        </a:p>
      </dsp:txBody>
      <dsp:txXfrm>
        <a:off x="33012" y="782721"/>
        <a:ext cx="10449576" cy="610236"/>
      </dsp:txXfrm>
    </dsp:sp>
    <dsp:sp modelId="{B1FECEE1-1D1E-4C9C-BDAC-CFBC16A53457}">
      <dsp:nvSpPr>
        <dsp:cNvPr id="0" name=""/>
        <dsp:cNvSpPr/>
      </dsp:nvSpPr>
      <dsp:spPr>
        <a:xfrm>
          <a:off x="0" y="1474929"/>
          <a:ext cx="10515600" cy="6762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• Trigger trg_valoracion_puntos: Bonificación automática de +50 puntos al cliente por reseña.</a:t>
          </a:r>
          <a:endParaRPr lang="en-US" sz="1700" kern="1200"/>
        </a:p>
      </dsp:txBody>
      <dsp:txXfrm>
        <a:off x="33012" y="1507941"/>
        <a:ext cx="10449576" cy="610236"/>
      </dsp:txXfrm>
    </dsp:sp>
    <dsp:sp modelId="{BB1E2B0C-5814-4ECF-8D49-824B8F136BC6}">
      <dsp:nvSpPr>
        <dsp:cNvPr id="0" name=""/>
        <dsp:cNvSpPr/>
      </dsp:nvSpPr>
      <dsp:spPr>
        <a:xfrm>
          <a:off x="0" y="2200149"/>
          <a:ext cx="10515600" cy="6762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• Trigger trg_valoracion_promedio: Recálculo automático del promedio de satisfacción del local.</a:t>
          </a:r>
          <a:endParaRPr lang="en-US" sz="1700" kern="1200"/>
        </a:p>
      </dsp:txBody>
      <dsp:txXfrm>
        <a:off x="33012" y="2233161"/>
        <a:ext cx="10449576" cy="610236"/>
      </dsp:txXfrm>
    </dsp:sp>
    <dsp:sp modelId="{AF9D3027-88B8-40CD-B55B-9215D9086381}">
      <dsp:nvSpPr>
        <dsp:cNvPr id="0" name=""/>
        <dsp:cNvSpPr/>
      </dsp:nvSpPr>
      <dsp:spPr>
        <a:xfrm>
          <a:off x="0" y="2925369"/>
          <a:ext cx="10515600" cy="6762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• Trigger trg_local_actualizado: Registro de marca temporal ante cambios de apertura o espera.</a:t>
          </a:r>
          <a:endParaRPr lang="en-US" sz="1700" kern="1200"/>
        </a:p>
      </dsp:txBody>
      <dsp:txXfrm>
        <a:off x="33012" y="2958381"/>
        <a:ext cx="10449576" cy="610236"/>
      </dsp:txXfrm>
    </dsp:sp>
    <dsp:sp modelId="{9EC3BB8F-7F6F-4817-A8ED-216E652CBF5D}">
      <dsp:nvSpPr>
        <dsp:cNvPr id="0" name=""/>
        <dsp:cNvSpPr/>
      </dsp:nvSpPr>
      <dsp:spPr>
        <a:xfrm>
          <a:off x="0" y="3650589"/>
          <a:ext cx="10515600" cy="676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• Transacción Atómica: Descuento de puntos y generación de cupón único como unidad indivisible.</a:t>
          </a:r>
          <a:endParaRPr lang="en-US" sz="1700" kern="1200"/>
        </a:p>
      </dsp:txBody>
      <dsp:txXfrm>
        <a:off x="33012" y="3683601"/>
        <a:ext cx="10449576" cy="6102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5C77C7-5BCA-418B-9B31-A0FFD40A5D79}">
      <dsp:nvSpPr>
        <dsp:cNvPr id="0" name=""/>
        <dsp:cNvSpPr/>
      </dsp:nvSpPr>
      <dsp:spPr>
        <a:xfrm>
          <a:off x="734" y="334940"/>
          <a:ext cx="2976599" cy="3571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022" tIns="0" rIns="29402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• Cumplimiento Total: 100% de historias y 420 puntos completados en 9 semanas sin deuda técnica.</a:t>
          </a:r>
          <a:endParaRPr lang="en-US" sz="1900" kern="1200"/>
        </a:p>
      </dsp:txBody>
      <dsp:txXfrm>
        <a:off x="734" y="1763708"/>
        <a:ext cx="2976599" cy="2143151"/>
      </dsp:txXfrm>
    </dsp:sp>
    <dsp:sp modelId="{59AA3AB4-B1B9-42FC-9458-3988A1B67E6D}">
      <dsp:nvSpPr>
        <dsp:cNvPr id="0" name=""/>
        <dsp:cNvSpPr/>
      </dsp:nvSpPr>
      <dsp:spPr>
        <a:xfrm>
          <a:off x="734" y="334940"/>
          <a:ext cx="2976599" cy="142876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022" tIns="165100" rIns="29402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34" y="334940"/>
        <a:ext cx="2976599" cy="1428767"/>
      </dsp:txXfrm>
    </dsp:sp>
    <dsp:sp modelId="{AF8C8FC6-C75A-4735-B0A3-75D6BA3AE3E6}">
      <dsp:nvSpPr>
        <dsp:cNvPr id="0" name=""/>
        <dsp:cNvSpPr/>
      </dsp:nvSpPr>
      <dsp:spPr>
        <a:xfrm>
          <a:off x="3215462" y="334940"/>
          <a:ext cx="2976599" cy="3571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022" tIns="0" rIns="29402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• Perfil de Egreso: Validación integral de software seguro, bases de datos y requisitos como Analista Programador.</a:t>
          </a:r>
          <a:endParaRPr lang="en-US" sz="1900" kern="1200"/>
        </a:p>
      </dsp:txBody>
      <dsp:txXfrm>
        <a:off x="3215462" y="1763708"/>
        <a:ext cx="2976599" cy="2143151"/>
      </dsp:txXfrm>
    </dsp:sp>
    <dsp:sp modelId="{4086D319-68AA-488F-9561-AD5FC1D57650}">
      <dsp:nvSpPr>
        <dsp:cNvPr id="0" name=""/>
        <dsp:cNvSpPr/>
      </dsp:nvSpPr>
      <dsp:spPr>
        <a:xfrm>
          <a:off x="3215462" y="334940"/>
          <a:ext cx="2976599" cy="142876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022" tIns="165100" rIns="29402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215462" y="334940"/>
        <a:ext cx="2976599" cy="1428767"/>
      </dsp:txXfrm>
    </dsp:sp>
    <dsp:sp modelId="{24EFB3CD-1859-45FD-9AA5-08AC284B499E}">
      <dsp:nvSpPr>
        <dsp:cNvPr id="0" name=""/>
        <dsp:cNvSpPr/>
      </dsp:nvSpPr>
      <dsp:spPr>
        <a:xfrm>
          <a:off x="6430190" y="334940"/>
          <a:ext cx="2976599" cy="35719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022" tIns="0" rIns="29402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• Impacto Real: Ecosistema digital soberano y libre de comisiones que apoya a la microempresa gastronómica.</a:t>
          </a:r>
          <a:endParaRPr lang="en-US" sz="1900" kern="1200" dirty="0"/>
        </a:p>
      </dsp:txBody>
      <dsp:txXfrm>
        <a:off x="6430190" y="1763708"/>
        <a:ext cx="2976599" cy="2143151"/>
      </dsp:txXfrm>
    </dsp:sp>
    <dsp:sp modelId="{562E4E32-9593-4DD6-879F-E066CDC00DD3}">
      <dsp:nvSpPr>
        <dsp:cNvPr id="0" name=""/>
        <dsp:cNvSpPr/>
      </dsp:nvSpPr>
      <dsp:spPr>
        <a:xfrm>
          <a:off x="6430190" y="334940"/>
          <a:ext cx="2976599" cy="142876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022" tIns="165100" rIns="29402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430190" y="334940"/>
        <a:ext cx="2976599" cy="14287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A9782-E134-4B20-A0B8-F302219253A7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DFD47-829D-4355-A2D3-0AC490DB4FA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016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DFD47-829D-4355-A2D3-0AC490DB4FA0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688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1DAB6-EBFE-B505-F702-275BF8DFB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3931FA-5F4F-DE98-EFA5-9360A47DE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B6D200-C364-3151-CC53-FA59B37A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F778-473C-46D5-8605-3F53333ED5FF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C15093-E1AF-6079-AFC5-D5654DB2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2473C1-B3C4-E02D-38B6-9230CDB3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37E2-0466-4BA6-94BE-A7F3273504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0915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CD690-DDC5-4F41-AD87-102425F7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883A35-C5B7-A53A-3EE5-34D9F1C8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C3ACF0-3F19-8232-29F7-AFBB12C75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F778-473C-46D5-8605-3F53333ED5FF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5B8D92-988D-DBBE-1BD8-3A85618A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1EFCDE-1A45-4D98-BDBF-5F4998F0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37E2-0466-4BA6-94BE-A7F3273504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058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D2047-7F70-F189-EF77-35A5F65B2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0B6BEF-8D89-0841-6AA1-F93FA93CE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5FB956-4848-6710-B8A5-F540F407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F778-473C-46D5-8605-3F53333ED5FF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1E7DE3-5A20-D195-5F7F-29848BCD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7EE7FB-5C83-E6BE-4ED9-F2B22E9F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37E2-0466-4BA6-94BE-A7F3273504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159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91DCD-FC87-EF0B-ECCF-AC602E67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14B39E-A2CE-6EEA-65A0-78ACDBC69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524DCC-9C28-3ED3-D49F-A07FD5F78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17C7E6-4E33-52F8-DF00-1C65AC44B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F778-473C-46D5-8605-3F53333ED5FF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CD2E45-F8B3-A6BA-4F1A-8229EFFC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6BFDB0-8EB9-040D-E951-39D4B80A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37E2-0466-4BA6-94BE-A7F3273504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064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DDE13-0302-8915-F2FE-50887D3B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E2541C-A310-3298-FA43-CA5902133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23F327-DEDD-DBDC-9601-A34B46AAA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096B2E-11F9-F072-68F9-2C3AB0F8E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8B1DEB0-414B-C2FB-2264-D72FAC893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1436ED7-6648-B4C3-8703-3DA832B9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F778-473C-46D5-8605-3F53333ED5FF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69D629-BC6B-6E69-2A4A-E089D4834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86CDA85-1542-592E-0508-65FAB25D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37E2-0466-4BA6-94BE-A7F3273504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43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F3CF1-A69A-4D98-5F30-8FB769A5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3CABE1-E9C0-4F73-9A79-00EE918E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F778-473C-46D5-8605-3F53333ED5FF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BDEB948-27A0-9CD2-DA28-3ABB6D18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3BDF46B-A948-2E81-4C1F-8199226E8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37E2-0466-4BA6-94BE-A7F3273504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217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3DF0BC-7D99-BE0D-AA0B-14E4AE38C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F778-473C-46D5-8605-3F53333ED5FF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7847E1-B557-D462-1031-CB29AFD7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6D777E-D499-FDE2-DC2D-7248EF94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37E2-0466-4BA6-94BE-A7F3273504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0243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B337A-9BEA-36A9-D1D8-9B2B75210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305DDA-EB45-513D-9004-BD9A7291F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1635F7-732A-B679-60CF-1E16F8A90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39AFE9-EC45-0A78-8D63-3964FB881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F778-473C-46D5-8605-3F53333ED5FF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F65461-8F83-E719-3036-C01DC762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895BEF-B6A7-6FFC-513C-07500E9D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37E2-0466-4BA6-94BE-A7F3273504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4116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F2E71-5910-8188-430C-F5E2BA345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73B7763-8131-56D4-217C-15FE3222B3D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B058A9-885F-0247-2890-66BADEB7D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E562C0-1BB3-9049-6CE3-9F6342EF7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F778-473C-46D5-8605-3F53333ED5FF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9AD888-B302-4EAB-D91F-151CEAE7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64074A-D1F8-9841-E2FB-D7A7D9F0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37E2-0466-4BA6-94BE-A7F3273504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2883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D97D64-994B-40AF-C750-5D7359FC1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DE8D98-8965-7764-4440-F5B5D6778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60E1F0-0B31-6D0E-5E3D-3E4907E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F778-473C-46D5-8605-3F53333ED5FF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7EB188-3BFC-6262-A52D-F21953C7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078194-5E19-8C67-CC6A-CD8934C3D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37E2-0466-4BA6-94BE-A7F3273504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0500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F0E295-580D-FFA3-EA98-248494FC7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FC133B-6210-5B5D-BCFD-794D9DB08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E4AA1-BD58-0673-B828-72A04DCE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F778-473C-46D5-8605-3F53333ED5FF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EA7ADB-5766-C1F3-75E5-AAE9E3DA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DA0A72-DA7F-8AE5-4F46-7980A124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37E2-0466-4BA6-94BE-A7F3273504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265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FA2686-B31B-8E79-4992-171D7DC95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F1605E-2B0E-BD0F-05AA-7B7D9F0DB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DFAEA1-E988-6FF3-8290-975BA46930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0F778-473C-46D5-8605-3F53333ED5FF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5448F3-BD57-2AC6-B6E4-9D9BFF444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4DEA4F-9828-F98E-AF9D-7077F3A89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637E2-0466-4BA6-94BE-A7F3273504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238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E0FCDC-A765-208F-7D07-CBE7755D307C}"/>
              </a:ext>
            </a:extLst>
          </p:cNvPr>
          <p:cNvSpPr txBox="1"/>
          <p:nvPr/>
        </p:nvSpPr>
        <p:spPr>
          <a:xfrm>
            <a:off x="838199" y="477079"/>
            <a:ext cx="10144539" cy="15184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FastTrack: </a:t>
            </a:r>
            <a:r>
              <a:rPr lang="en-US" sz="36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Ecosistema</a:t>
            </a:r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Gastronómico</a:t>
            </a:r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Hiperlocal</a:t>
            </a:r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36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Información</a:t>
            </a:r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Operativa</a:t>
            </a:r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Tiempo Real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24C1403A-7D6F-71D2-D335-23E08D343F7B}"/>
              </a:ext>
            </a:extLst>
          </p:cNvPr>
          <p:cNvSpPr txBox="1"/>
          <p:nvPr/>
        </p:nvSpPr>
        <p:spPr>
          <a:xfrm>
            <a:off x="1392667" y="3068588"/>
            <a:ext cx="9406666" cy="352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</a:rPr>
              <a:t>Asignatura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dirty="0" err="1">
                <a:solidFill>
                  <a:schemeClr val="bg1"/>
                </a:solidFill>
              </a:rPr>
              <a:t>Portafolio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Título</a:t>
            </a:r>
            <a:r>
              <a:rPr lang="en-US" sz="2000" dirty="0">
                <a:solidFill>
                  <a:schemeClr val="bg1"/>
                </a:solidFill>
              </a:rPr>
              <a:t> — Semana 9 (EFT)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Carrera: </a:t>
            </a:r>
            <a:r>
              <a:rPr lang="en-US" sz="2000" dirty="0" err="1">
                <a:solidFill>
                  <a:schemeClr val="bg1"/>
                </a:solidFill>
              </a:rPr>
              <a:t>Analista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Programador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Computacional</a:t>
            </a:r>
            <a:r>
              <a:rPr lang="en-US" sz="2000" dirty="0">
                <a:solidFill>
                  <a:schemeClr val="bg1"/>
                </a:solidFill>
              </a:rPr>
              <a:t> · Duoc UC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</a:rPr>
              <a:t>Estudiante</a:t>
            </a:r>
            <a:r>
              <a:rPr lang="en-US" sz="2000" dirty="0">
                <a:solidFill>
                  <a:schemeClr val="bg1"/>
                </a:solidFill>
              </a:rPr>
              <a:t>: Ferdynando Melo (RUT: 18.717.166-0 · </a:t>
            </a:r>
            <a:r>
              <a:rPr lang="en-US" sz="2000" dirty="0" err="1">
                <a:solidFill>
                  <a:schemeClr val="bg1"/>
                </a:solidFill>
              </a:rPr>
              <a:t>Sede</a:t>
            </a:r>
            <a:r>
              <a:rPr lang="en-US" sz="2000" dirty="0">
                <a:solidFill>
                  <a:schemeClr val="bg1"/>
                </a:solidFill>
              </a:rPr>
              <a:t> Online)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</a:rPr>
              <a:t>Profesor</a:t>
            </a:r>
            <a:r>
              <a:rPr lang="en-US" sz="2000" dirty="0">
                <a:solidFill>
                  <a:schemeClr val="bg1"/>
                </a:solidFill>
              </a:rPr>
              <a:t> Guía: Alberto Fermín Campos Vidal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</a:rPr>
              <a:t>Fecha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dirty="0" err="1">
                <a:solidFill>
                  <a:schemeClr val="bg1"/>
                </a:solidFill>
              </a:rPr>
              <a:t>Octubre</a:t>
            </a:r>
            <a:r>
              <a:rPr lang="en-US" sz="2000" dirty="0">
                <a:solidFill>
                  <a:schemeClr val="bg1"/>
                </a:solidFill>
              </a:rPr>
              <a:t>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8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2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26006A4-3044-8DE3-D84D-4C72481E80EB}"/>
              </a:ext>
            </a:extLst>
          </p:cNvPr>
          <p:cNvSpPr txBox="1"/>
          <p:nvPr/>
        </p:nvSpPr>
        <p:spPr>
          <a:xfrm>
            <a:off x="1014141" y="1450655"/>
            <a:ext cx="3932030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Problema Operativo, Dolor de Mercado y Justificación Laboral</a:t>
            </a:r>
          </a:p>
        </p:txBody>
      </p:sp>
      <p:cxnSp>
        <p:nvCxnSpPr>
          <p:cNvPr id="30" name="Straight Connector 24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6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15523925-EC18-00E4-4555-87F8009EBD62}"/>
              </a:ext>
            </a:extLst>
          </p:cNvPr>
          <p:cNvSpPr txBox="1"/>
          <p:nvPr/>
        </p:nvSpPr>
        <p:spPr>
          <a:xfrm>
            <a:off x="6096000" y="1108061"/>
            <a:ext cx="5008901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• Asimetría Operativa: Horarios teóricos en apps convencionales no reflejan cierres imprevistos de cocina.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• Impacto en Comensales: Pérdida recurrente de tiempo, desinformación de precios y traslados frustrados.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• Dolor de las Pymes: Dependencia de delivery tradicional con comisiones abusivas (25% a 30%).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• Relevancia Laboral: Demuestra el valor del software para la sincronización concurrente y soberanía pyme.</a:t>
            </a:r>
          </a:p>
        </p:txBody>
      </p:sp>
    </p:spTree>
    <p:extLst>
      <p:ext uri="{BB962C8B-B14F-4D97-AF65-F5344CB8AC3E}">
        <p14:creationId xmlns:p14="http://schemas.microsoft.com/office/powerpoint/2010/main" val="834130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025B2FF-B558-19C9-563A-28BB46EED2A1}"/>
              </a:ext>
            </a:extLst>
          </p:cNvPr>
          <p:cNvSpPr txBox="1"/>
          <p:nvPr/>
        </p:nvSpPr>
        <p:spPr>
          <a:xfrm>
            <a:off x="1225292" y="1450655"/>
            <a:ext cx="3932030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Propuesta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Solución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FastTrack y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Propuesta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Valor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1634ABF9-B8F6-17D9-EB0B-1926B8812A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1867066"/>
              </p:ext>
            </p:extLst>
          </p:nvPr>
        </p:nvGraphicFramePr>
        <p:xfrm>
          <a:off x="5728502" y="685800"/>
          <a:ext cx="5878512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7860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6D6F39B-194E-E6BA-A365-7E6FBB939E6F}"/>
              </a:ext>
            </a:extLst>
          </p:cNvPr>
          <p:cNvSpPr txBox="1"/>
          <p:nvPr/>
        </p:nvSpPr>
        <p:spPr>
          <a:xfrm>
            <a:off x="6527800" y="448721"/>
            <a:ext cx="4713997" cy="1225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Formulación</a:t>
            </a:r>
            <a:r>
              <a:rPr lang="en-US" sz="35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5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Objetivos</a:t>
            </a:r>
            <a:r>
              <a:rPr lang="en-US" sz="35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Disciplinares</a:t>
            </a:r>
            <a:endParaRPr lang="en-US" sz="35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Diana">
            <a:extLst>
              <a:ext uri="{FF2B5EF4-FFF2-40B4-BE49-F238E27FC236}">
                <a16:creationId xmlns:a16="http://schemas.microsoft.com/office/drawing/2014/main" id="{1E662774-503B-9803-8E3B-AE44F48A5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346" y="595726"/>
            <a:ext cx="5666547" cy="5666547"/>
          </a:xfrm>
          <a:prstGeom prst="rect">
            <a:avLst/>
          </a:prstGeom>
        </p:spPr>
      </p:pic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9A210800-53EA-5D5C-0B2D-CE5101ACF8B3}"/>
              </a:ext>
            </a:extLst>
          </p:cNvPr>
          <p:cNvSpPr txBox="1"/>
          <p:nvPr/>
        </p:nvSpPr>
        <p:spPr>
          <a:xfrm>
            <a:off x="6527800" y="1909192"/>
            <a:ext cx="4713997" cy="3647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• Objetivo General: Desarrollar una plataforma multiplataforma para geolocalizar locales, ver cartas en vivo y canjear cupones.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• OE 1: Diseñar interfaces táctiles adaptativas con mapa interactivo Leaflet API.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• OE 2: Implementar módulos CRUD protegidos por roles (Cliente, Locatario, Administrador).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• OE 3: Modelar base de datos relacional SQLite (3FN) con triggers de puntaje y canje atómico.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• OE 4: Integrar servicios de geolocalización GPS y sincronización reactiva de apertura en vivo.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• OE 5: Construir módulo de reportería analítica con métricas comerciales para locatarios.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37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732850-E86E-8A36-71A0-E512DA644E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3497" b="122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BB2CCCA-464E-FDCE-BA5B-C4DFF39023AE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Factibilidad del Proyecto, Alcances y Mitigación</a:t>
            </a:r>
          </a:p>
        </p:txBody>
      </p: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60744D9E-2EC2-E912-5949-1F4637B26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24128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95586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2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" name="Group 44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1180" y="1109243"/>
            <a:ext cx="4842710" cy="4842710"/>
            <a:chOff x="1881974" y="1174396"/>
            <a:chExt cx="5290997" cy="5290997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46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270" y="1095407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B8FF790-DCE3-5E97-4A3A-4D8955E3228B}"/>
              </a:ext>
            </a:extLst>
          </p:cNvPr>
          <p:cNvSpPr txBox="1"/>
          <p:nvPr/>
        </p:nvSpPr>
        <p:spPr>
          <a:xfrm>
            <a:off x="5644751" y="568517"/>
            <a:ext cx="6161004" cy="8863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Articulación con Perfil de Egreso e Intereses Profesionales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15" name="Graphic 6" descr="Marca de verificación">
            <a:extLst>
              <a:ext uri="{FF2B5EF4-FFF2-40B4-BE49-F238E27FC236}">
                <a16:creationId xmlns:a16="http://schemas.microsoft.com/office/drawing/2014/main" id="{08C74C24-B48B-AD85-8138-7F44FCCE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49077" y="1864214"/>
            <a:ext cx="3217333" cy="321733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4F14DE2-F037-4ED7-9CCB-DAF91B58AC7A}"/>
              </a:ext>
            </a:extLst>
          </p:cNvPr>
          <p:cNvSpPr txBox="1"/>
          <p:nvPr/>
        </p:nvSpPr>
        <p:spPr>
          <a:xfrm>
            <a:off x="6234868" y="1820369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Competencia 1 (Software Seguro): Autenticación JWT, contraseñas hasheadas con BCrypt y Route Guards.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Competencia 2 (Bases de Datos): Modelo relacional normalizado (3FN), triggers y atomicidad de canje.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Competencia 3 (Ingeniería de Requisitos): Gestión Scrum, backlog priorizado y criterios de aceptación DoD.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Intereses Profesionales: Convergencia entre formación previa en Publicidad (UX/UI) y desarrollo Fullstack.</a:t>
            </a:r>
          </a:p>
        </p:txBody>
      </p:sp>
      <p:grpSp>
        <p:nvGrpSpPr>
          <p:cNvPr id="55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012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E334B1-5ACE-04B7-F22B-0712660D51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2F10B2A-D5B1-3CF3-8471-E244FAB65D8C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Metodología de Trabajo Ágil (Scrum) y Organización del Squad</a:t>
            </a:r>
          </a:p>
        </p:txBody>
      </p:sp>
      <p:graphicFrame>
        <p:nvGraphicFramePr>
          <p:cNvPr id="14" name="CuadroTexto 2">
            <a:extLst>
              <a:ext uri="{FF2B5EF4-FFF2-40B4-BE49-F238E27FC236}">
                <a16:creationId xmlns:a16="http://schemas.microsoft.com/office/drawing/2014/main" id="{B679E33F-3345-6B3B-F492-A5AEAA1F58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82119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975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260BC1-7DBA-EB91-AB32-2F09F95E68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92" b="1453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45AEC01-7497-67DD-448D-9C799C407A4D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de Trabajo Semanal y Pila Tecnológica</a:t>
            </a:r>
          </a:p>
        </p:txBody>
      </p: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91EA08DA-87FC-BC19-2224-0C4A795A7C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6966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2412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B32EA48-FBA2-5D04-CA9E-C6CBF044F343}"/>
              </a:ext>
            </a:extLst>
          </p:cNvPr>
          <p:cNvSpPr txBox="1"/>
          <p:nvPr/>
        </p:nvSpPr>
        <p:spPr>
          <a:xfrm>
            <a:off x="827088" y="1641752"/>
            <a:ext cx="3527425" cy="4366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Gestión</a:t>
            </a:r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Artefactos</a:t>
            </a:r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Ágiles</a:t>
            </a:r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Backlog, DoD e </a:t>
            </a:r>
            <a:r>
              <a:rPr lang="en-US" sz="3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Impedimentos</a:t>
            </a:r>
            <a:endParaRPr lang="en-US" sz="3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253BE79-3F65-32FB-1DC1-47A65C752E3D}"/>
              </a:ext>
            </a:extLst>
          </p:cNvPr>
          <p:cNvSpPr txBox="1"/>
          <p:nvPr/>
        </p:nvSpPr>
        <p:spPr>
          <a:xfrm>
            <a:off x="5222081" y="1641752"/>
            <a:ext cx="5260975" cy="39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>
                    <a:alpha val="80000"/>
                  </a:schemeClr>
                </a:solidFill>
              </a:rPr>
              <a:t>• Product Backlog: 12 Historias de Usuario (420 Story Points) completadas al 100% en Sprint 1 y Sprint 2.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>
                    <a:alpha val="80000"/>
                  </a:schemeClr>
                </a:solidFill>
              </a:rPr>
              <a:t>• Definition of Done (DoD): 8 criterios de calidad (código limpio, reactividad, 3FN, seguridad, GPS y E2E).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>
                    <a:alpha val="80000"/>
                  </a:schemeClr>
                </a:solidFill>
              </a:rPr>
              <a:t>• IMP-01 (SQLite en Navegador): Adaptador con fallback a Ionic Storage / IndexedDB (Cerrado en 24h).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>
                    <a:alpha val="80000"/>
                  </a:schemeClr>
                </a:solidFill>
              </a:rPr>
              <a:t>• IMP-02 (Coordenadas): Validación regex estricta para latitud y longitud decimal (Cerrado en 24h).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>
                    <a:alpha val="80000"/>
                  </a:schemeClr>
                </a:solidFill>
              </a:rPr>
              <a:t>• IMP-03 (Capas Leaflet): Reestructuración con L.layerGroup para fluidez sin recargas (Cerrado en 24h).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>
                    <a:alpha val="80000"/>
                  </a:schemeClr>
                </a:solidFill>
              </a:rPr>
              <a:t>• IMP-04 (Concurrencia en Canje): Deshabilitación de botón y doble validación de saldo en BD (Cerrado en 24h).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920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D5669-B5CD-51E2-7B26-60BFB6B3CE20}"/>
              </a:ext>
            </a:extLst>
          </p:cNvPr>
          <p:cNvSpPr txBox="1"/>
          <p:nvPr/>
        </p:nvSpPr>
        <p:spPr>
          <a:xfrm>
            <a:off x="1014141" y="1450655"/>
            <a:ext cx="3932030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Evidencias</a:t>
            </a:r>
            <a:r>
              <a:rPr lang="en-US" sz="3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la Fase 1 y Sprint 1: </a:t>
            </a:r>
            <a:r>
              <a:rPr lang="en-US" sz="38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Cimientos</a:t>
            </a:r>
            <a:r>
              <a:rPr lang="en-US" sz="3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CRUDs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405834B7-F3D3-CC9C-381D-A0458D6B06EE}"/>
              </a:ext>
            </a:extLst>
          </p:cNvPr>
          <p:cNvSpPr txBox="1"/>
          <p:nvPr/>
        </p:nvSpPr>
        <p:spPr>
          <a:xfrm>
            <a:off x="6096000" y="1108061"/>
            <a:ext cx="5008901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HU-01 (20 pts): Formulario de registro reactivo con hashing seguro de claves mediante BCrypt.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HU-02 (20 pts): Autenticación con token JWT y protección perimetral con Route Guards en Angular.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HU-12 (10 pts): Cierre de sesión seguro con eliminación de datos en storage local.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HU-03 (40 pts): Mantenedor de local comercial con captura de coordenadas GPS decimales.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HU-04 (50 pts): Catálogo de productos por categorías (CRUD), precios en CLP y switch de stock.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Ajuste Técnico: Implementación de BehaviorSubject para propagar disponibilidad sin recargar vista.</a:t>
            </a:r>
          </a:p>
        </p:txBody>
      </p:sp>
    </p:spTree>
    <p:extLst>
      <p:ext uri="{BB962C8B-B14F-4D97-AF65-F5344CB8AC3E}">
        <p14:creationId xmlns:p14="http://schemas.microsoft.com/office/powerpoint/2010/main" val="525148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91153E-354E-4B1B-5357-2666203BBD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A337477-258D-72C6-D87D-44AE436542C5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Modelo de Datos Relacional (3FN) y Reglas de Negocio</a:t>
            </a:r>
          </a:p>
        </p:txBody>
      </p: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9F81792C-8273-21A3-4ED6-6655B92F02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50563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90212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5DC55BC-FF60-7787-8BE0-0F8935801D9B}"/>
              </a:ext>
            </a:extLst>
          </p:cNvPr>
          <p:cNvSpPr txBox="1"/>
          <p:nvPr/>
        </p:nvSpPr>
        <p:spPr>
          <a:xfrm>
            <a:off x="838200" y="669925"/>
            <a:ext cx="4508946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Evidencias del Sprint 2: Tiempo Real, Mapas y Gamificación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BD6A91F4-53C1-269F-31C6-9AF158FF6EC7}"/>
              </a:ext>
            </a:extLst>
          </p:cNvPr>
          <p:cNvSpPr txBox="1"/>
          <p:nvPr/>
        </p:nvSpPr>
        <p:spPr>
          <a:xfrm>
            <a:off x="1392667" y="2398957"/>
            <a:ext cx="9406666" cy="352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HU-05 (30 pts): Conmutador reactivo Live Status para alternar apertura operativa en tiempo real.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HU-06 (60 pts): Mapa interactivo Leaflet con GPS, pines verde/gris y panel deslizable ergonómico.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HU-07 (30 pts): Catálogo digital categorizado con precios actualizados y distintivo de stock.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HU-08 (40 pts): Calificación de 1 a 5 estrellas con recálculo de promedio y abono de puntos.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HU-09 (50 pts): Motor transaccional de canje de cupones con código alfanumérico único.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HU-10 (30 pts): Validador presencial de cupones en caja para locatario (cambio a UTILIZADO).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bg1"/>
                </a:solidFill>
              </a:rPr>
              <a:t>• HU-11 (40 pts): Panel de reportería comercial con métricas agregadas de desempeño del local.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31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EA32D7F-FA66-B4EA-410D-0C99DB269C66}"/>
              </a:ext>
            </a:extLst>
          </p:cNvPr>
          <p:cNvSpPr txBox="1"/>
          <p:nvPr/>
        </p:nvSpPr>
        <p:spPr>
          <a:xfrm>
            <a:off x="922635" y="1250575"/>
            <a:ext cx="4604274" cy="416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Demostración de Resultados: Flujos de Cliente y Locatario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C57604-0CFD-4023-B9BD-107166A2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476" y="1100949"/>
            <a:ext cx="4996593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CE0CABB-7D89-CBEF-A21B-26BDC6166EC8}"/>
              </a:ext>
            </a:extLst>
          </p:cNvPr>
          <p:cNvSpPr txBox="1"/>
          <p:nvPr/>
        </p:nvSpPr>
        <p:spPr>
          <a:xfrm>
            <a:off x="6293224" y="860612"/>
            <a:ext cx="4797909" cy="5023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• Flujo del Cliente: Detección GPS, visualización de pines verdes abiertos, consulta de carta digital con stock, emisión de reseña comunitaria, abono de 50 puntos y canje de cupón en billetera.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• Flujo del Locatario: Alternador Live Status para activar presencia en mapa, administración de carta con conmutador de platos agotados y validación de cupones en caja bloqueando duplicados.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• Usabilidad Ergonómica: Sustitución de popups invasivos por contenedor deslizable inferior en el mapa.</a:t>
            </a:r>
          </a:p>
        </p:txBody>
      </p:sp>
    </p:spTree>
    <p:extLst>
      <p:ext uri="{BB962C8B-B14F-4D97-AF65-F5344CB8AC3E}">
        <p14:creationId xmlns:p14="http://schemas.microsoft.com/office/powerpoint/2010/main" val="37686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3472F9C-39F1-B239-9A68-EDA245B7CFC8}"/>
              </a:ext>
            </a:extLst>
          </p:cNvPr>
          <p:cNvSpPr txBox="1"/>
          <p:nvPr/>
        </p:nvSpPr>
        <p:spPr>
          <a:xfrm>
            <a:off x="1014141" y="1450655"/>
            <a:ext cx="3932030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Aseguramiento</a:t>
            </a:r>
            <a:r>
              <a:rPr lang="en-US" sz="4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Calidad, </a:t>
            </a:r>
            <a:r>
              <a:rPr lang="en-US" sz="44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Evidencias</a:t>
            </a:r>
            <a:r>
              <a:rPr lang="en-US" sz="4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del Proyecto y </a:t>
            </a:r>
            <a:r>
              <a:rPr lang="en-US" sz="44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Ajustes</a:t>
            </a:r>
            <a:endParaRPr lang="en-US" sz="44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F30A6621-6CDA-08C0-8C91-ED525E5C22B6}"/>
              </a:ext>
            </a:extLst>
          </p:cNvPr>
          <p:cNvSpPr txBox="1"/>
          <p:nvPr/>
        </p:nvSpPr>
        <p:spPr>
          <a:xfrm>
            <a:off x="6096000" y="1108061"/>
            <a:ext cx="5008901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• Matriz de Evidencias: Requisitos SRS y diagramas C4 (Fase 1); script DDL normalizado (Fase 1); software desplegado en repositorio Git (Fase 2); dossier de 13 archivos y video demostrativo (Fase 3).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• Pruebas de Calidad: Suite de pruebas de integración E2E con Cypress sin excepciones en consola.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• Ajustes Metodológicos: Adaptación reactiva del cargador de mapas para fluidez táctil en móviles.</a:t>
            </a:r>
          </a:p>
        </p:txBody>
      </p:sp>
    </p:spTree>
    <p:extLst>
      <p:ext uri="{BB962C8B-B14F-4D97-AF65-F5344CB8AC3E}">
        <p14:creationId xmlns:p14="http://schemas.microsoft.com/office/powerpoint/2010/main" val="827760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7137C8E-B6D5-5BAB-90E2-D83F7B840D59}"/>
              </a:ext>
            </a:extLst>
          </p:cNvPr>
          <p:cNvSpPr txBox="1"/>
          <p:nvPr/>
        </p:nvSpPr>
        <p:spPr>
          <a:xfrm>
            <a:off x="838200" y="388308"/>
            <a:ext cx="5499970" cy="1021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Conclusión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1440584"/>
            <a:ext cx="62119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28E34D2C-64A4-92DB-D392-9F67DE34C1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4430283"/>
              </p:ext>
            </p:extLst>
          </p:nvPr>
        </p:nvGraphicFramePr>
        <p:xfrm>
          <a:off x="1392238" y="1682750"/>
          <a:ext cx="9407525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75384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1479</Words>
  <Application>Microsoft Office PowerPoint</Application>
  <PresentationFormat>Panorámica</PresentationFormat>
  <Paragraphs>90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FERDYNANDO NICOLAS MELO DIAZ</dc:creator>
  <cp:lastModifiedBy>FERDYNANDO NICOLAS MELO DIAZ</cp:lastModifiedBy>
  <cp:revision>3</cp:revision>
  <dcterms:created xsi:type="dcterms:W3CDTF">2026-10-12T04:47:44Z</dcterms:created>
  <dcterms:modified xsi:type="dcterms:W3CDTF">2026-10-12T05:09:51Z</dcterms:modified>
</cp:coreProperties>
</file>